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70" r:id="rId13"/>
    <p:sldId id="265" r:id="rId14"/>
    <p:sldId id="266" r:id="rId15"/>
    <p:sldId id="26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8BDBD-1C09-A849-B626-4618018F9D69}" v="232" dt="2025-10-21T22:54:56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0"/>
    <p:restoredTop sz="94599"/>
  </p:normalViewPr>
  <p:slideViewPr>
    <p:cSldViewPr snapToGrid="0">
      <p:cViewPr varScale="1">
        <p:scale>
          <a:sx n="112" d="100"/>
          <a:sy n="112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pin Poudel" userId="c4f7b9cc-201b-43ae-88c5-baa4abfb3bea" providerId="ADAL" clId="{3D547C43-4289-581C-B7C9-13B26BA791E3}"/>
    <pc:docChg chg="undo custSel addSld delSld modSld">
      <pc:chgData name="Bipin Poudel" userId="c4f7b9cc-201b-43ae-88c5-baa4abfb3bea" providerId="ADAL" clId="{3D547C43-4289-581C-B7C9-13B26BA791E3}" dt="2025-10-21T22:55:13.359" v="2044" actId="1076"/>
      <pc:docMkLst>
        <pc:docMk/>
      </pc:docMkLst>
      <pc:sldChg chg="modSp mod">
        <pc:chgData name="Bipin Poudel" userId="c4f7b9cc-201b-43ae-88c5-baa4abfb3bea" providerId="ADAL" clId="{3D547C43-4289-581C-B7C9-13B26BA791E3}" dt="2025-10-21T22:49:03.676" v="2015" actId="2711"/>
        <pc:sldMkLst>
          <pc:docMk/>
          <pc:sldMk cId="1933784477" sldId="257"/>
        </pc:sldMkLst>
        <pc:spChg chg="mod">
          <ac:chgData name="Bipin Poudel" userId="c4f7b9cc-201b-43ae-88c5-baa4abfb3bea" providerId="ADAL" clId="{3D547C43-4289-581C-B7C9-13B26BA791E3}" dt="2025-10-21T22:49:03.676" v="2015" actId="2711"/>
          <ac:spMkLst>
            <pc:docMk/>
            <pc:sldMk cId="1933784477" sldId="257"/>
            <ac:spMk id="3" creationId="{3EEB2934-6A09-B4B8-219E-25CFF86A9824}"/>
          </ac:spMkLst>
        </pc:spChg>
      </pc:sldChg>
      <pc:sldChg chg="add">
        <pc:chgData name="Bipin Poudel" userId="c4f7b9cc-201b-43ae-88c5-baa4abfb3bea" providerId="ADAL" clId="{3D547C43-4289-581C-B7C9-13B26BA791E3}" dt="2025-10-21T22:14:32.733" v="1068"/>
        <pc:sldMkLst>
          <pc:docMk/>
          <pc:sldMk cId="150617141" sldId="265"/>
        </pc:sldMkLst>
      </pc:sldChg>
      <pc:sldChg chg="addSp delSp modSp del mod">
        <pc:chgData name="Bipin Poudel" userId="c4f7b9cc-201b-43ae-88c5-baa4abfb3bea" providerId="ADAL" clId="{3D547C43-4289-581C-B7C9-13B26BA791E3}" dt="2025-10-21T22:14:28.617" v="1066" actId="2696"/>
        <pc:sldMkLst>
          <pc:docMk/>
          <pc:sldMk cId="238357706" sldId="265"/>
        </pc:sldMkLst>
        <pc:spChg chg="mod">
          <ac:chgData name="Bipin Poudel" userId="c4f7b9cc-201b-43ae-88c5-baa4abfb3bea" providerId="ADAL" clId="{3D547C43-4289-581C-B7C9-13B26BA791E3}" dt="2025-10-21T21:59:24.462" v="95" actId="20577"/>
          <ac:spMkLst>
            <pc:docMk/>
            <pc:sldMk cId="238357706" sldId="265"/>
            <ac:spMk id="2" creationId="{1EF33D2F-7CEC-80B3-5C24-55B7E27FF152}"/>
          </ac:spMkLst>
        </pc:spChg>
        <pc:spChg chg="del">
          <ac:chgData name="Bipin Poudel" userId="c4f7b9cc-201b-43ae-88c5-baa4abfb3bea" providerId="ADAL" clId="{3D547C43-4289-581C-B7C9-13B26BA791E3}" dt="2025-10-21T21:55:25.699" v="0"/>
          <ac:spMkLst>
            <pc:docMk/>
            <pc:sldMk cId="238357706" sldId="265"/>
            <ac:spMk id="3" creationId="{9E6E7599-7511-6287-1B8C-9A565CBA28F7}"/>
          </ac:spMkLst>
        </pc:spChg>
        <pc:spChg chg="add del mod">
          <ac:chgData name="Bipin Poudel" userId="c4f7b9cc-201b-43ae-88c5-baa4abfb3bea" providerId="ADAL" clId="{3D547C43-4289-581C-B7C9-13B26BA791E3}" dt="2025-10-21T21:56:59.225" v="4"/>
          <ac:spMkLst>
            <pc:docMk/>
            <pc:sldMk cId="238357706" sldId="265"/>
            <ac:spMk id="9" creationId="{134D3464-8179-FFC2-1473-8B7565426725}"/>
          </ac:spMkLst>
        </pc:spChg>
        <pc:spChg chg="add mod">
          <ac:chgData name="Bipin Poudel" userId="c4f7b9cc-201b-43ae-88c5-baa4abfb3bea" providerId="ADAL" clId="{3D547C43-4289-581C-B7C9-13B26BA791E3}" dt="2025-10-21T21:58:01.549" v="65" actId="14100"/>
          <ac:spMkLst>
            <pc:docMk/>
            <pc:sldMk cId="238357706" sldId="265"/>
            <ac:spMk id="12" creationId="{9133210A-573A-0B15-8AEA-692266A68A4B}"/>
          </ac:spMkLst>
        </pc:spChg>
        <pc:spChg chg="add mod">
          <ac:chgData name="Bipin Poudel" userId="c4f7b9cc-201b-43ae-88c5-baa4abfb3bea" providerId="ADAL" clId="{3D547C43-4289-581C-B7C9-13B26BA791E3}" dt="2025-10-21T22:02:57.889" v="102" actId="1076"/>
          <ac:spMkLst>
            <pc:docMk/>
            <pc:sldMk cId="238357706" sldId="265"/>
            <ac:spMk id="15" creationId="{AD148D80-2977-F0AF-91F2-8323A221EE1F}"/>
          </ac:spMkLst>
        </pc:spChg>
        <pc:spChg chg="add del mod">
          <ac:chgData name="Bipin Poudel" userId="c4f7b9cc-201b-43ae-88c5-baa4abfb3bea" providerId="ADAL" clId="{3D547C43-4289-581C-B7C9-13B26BA791E3}" dt="2025-10-21T22:03:05.805" v="107"/>
          <ac:spMkLst>
            <pc:docMk/>
            <pc:sldMk cId="238357706" sldId="265"/>
            <ac:spMk id="16" creationId="{3EE2A27C-1284-0DF4-18D0-BCE176B9C26B}"/>
          </ac:spMkLst>
        </pc:spChg>
        <pc:spChg chg="add del mod">
          <ac:chgData name="Bipin Poudel" userId="c4f7b9cc-201b-43ae-88c5-baa4abfb3bea" providerId="ADAL" clId="{3D547C43-4289-581C-B7C9-13B26BA791E3}" dt="2025-10-21T22:04:42.902" v="108"/>
          <ac:spMkLst>
            <pc:docMk/>
            <pc:sldMk cId="238357706" sldId="265"/>
            <ac:spMk id="19" creationId="{0A199111-32FA-B869-285D-CAE8648F049D}"/>
          </ac:spMkLst>
        </pc:spChg>
        <pc:picChg chg="add del mod">
          <ac:chgData name="Bipin Poudel" userId="c4f7b9cc-201b-43ae-88c5-baa4abfb3bea" providerId="ADAL" clId="{3D547C43-4289-581C-B7C9-13B26BA791E3}" dt="2025-10-21T21:56:54.953" v="3" actId="478"/>
          <ac:picMkLst>
            <pc:docMk/>
            <pc:sldMk cId="238357706" sldId="265"/>
            <ac:picMk id="4" creationId="{DDD3726E-3185-8569-93A1-4DACEC2ECA61}"/>
          </ac:picMkLst>
        </pc:picChg>
        <pc:picChg chg="add del mod">
          <ac:chgData name="Bipin Poudel" userId="c4f7b9cc-201b-43ae-88c5-baa4abfb3bea" providerId="ADAL" clId="{3D547C43-4289-581C-B7C9-13B26BA791E3}" dt="2025-10-21T22:03:02.832" v="105" actId="478"/>
          <ac:picMkLst>
            <pc:docMk/>
            <pc:sldMk cId="238357706" sldId="265"/>
            <ac:picMk id="10" creationId="{8C582430-1606-1B27-12F3-743DB96EA3B5}"/>
          </ac:picMkLst>
        </pc:picChg>
        <pc:picChg chg="add">
          <ac:chgData name="Bipin Poudel" userId="c4f7b9cc-201b-43ae-88c5-baa4abfb3bea" providerId="ADAL" clId="{3D547C43-4289-581C-B7C9-13B26BA791E3}" dt="2025-10-21T21:57:19.805" v="7"/>
          <ac:picMkLst>
            <pc:docMk/>
            <pc:sldMk cId="238357706" sldId="265"/>
            <ac:picMk id="11" creationId="{DACE0E79-DA0D-84E8-1F45-625C111392DB}"/>
          </ac:picMkLst>
        </pc:picChg>
        <pc:picChg chg="add del">
          <ac:chgData name="Bipin Poudel" userId="c4f7b9cc-201b-43ae-88c5-baa4abfb3bea" providerId="ADAL" clId="{3D547C43-4289-581C-B7C9-13B26BA791E3}" dt="2025-10-21T21:58:07.862" v="67" actId="478"/>
          <ac:picMkLst>
            <pc:docMk/>
            <pc:sldMk cId="238357706" sldId="265"/>
            <ac:picMk id="13" creationId="{0B69F6CF-4FF6-74B7-5B72-C3EFC48635EB}"/>
          </ac:picMkLst>
        </pc:picChg>
        <pc:picChg chg="add del mod">
          <ac:chgData name="Bipin Poudel" userId="c4f7b9cc-201b-43ae-88c5-baa4abfb3bea" providerId="ADAL" clId="{3D547C43-4289-581C-B7C9-13B26BA791E3}" dt="2025-10-21T22:02:46.108" v="96" actId="478"/>
          <ac:picMkLst>
            <pc:docMk/>
            <pc:sldMk cId="238357706" sldId="265"/>
            <ac:picMk id="14" creationId="{5FBD0A15-AB8F-5626-C9D7-58329B65432D}"/>
          </ac:picMkLst>
        </pc:picChg>
        <pc:picChg chg="add mod">
          <ac:chgData name="Bipin Poudel" userId="c4f7b9cc-201b-43ae-88c5-baa4abfb3bea" providerId="ADAL" clId="{3D547C43-4289-581C-B7C9-13B26BA791E3}" dt="2025-10-21T22:03:01.273" v="104" actId="1076"/>
          <ac:picMkLst>
            <pc:docMk/>
            <pc:sldMk cId="238357706" sldId="265"/>
            <ac:picMk id="17" creationId="{4EE93F0A-9A9A-E45E-F305-DEBA5EADC64F}"/>
          </ac:picMkLst>
        </pc:picChg>
        <pc:picChg chg="add mod">
          <ac:chgData name="Bipin Poudel" userId="c4f7b9cc-201b-43ae-88c5-baa4abfb3bea" providerId="ADAL" clId="{3D547C43-4289-581C-B7C9-13B26BA791E3}" dt="2025-10-21T22:04:51.434" v="112" actId="1076"/>
          <ac:picMkLst>
            <pc:docMk/>
            <pc:sldMk cId="238357706" sldId="265"/>
            <ac:picMk id="20" creationId="{A791B1D4-9539-66FD-5D17-8C3123C59B3F}"/>
          </ac:picMkLst>
        </pc:picChg>
      </pc:sldChg>
      <pc:sldChg chg="addSp delSp modSp mod modAnim">
        <pc:chgData name="Bipin Poudel" userId="c4f7b9cc-201b-43ae-88c5-baa4abfb3bea" providerId="ADAL" clId="{3D547C43-4289-581C-B7C9-13B26BA791E3}" dt="2025-10-21T22:27:04.845" v="1088" actId="478"/>
        <pc:sldMkLst>
          <pc:docMk/>
          <pc:sldMk cId="3475058262" sldId="267"/>
        </pc:sldMkLst>
        <pc:spChg chg="del">
          <ac:chgData name="Bipin Poudel" userId="c4f7b9cc-201b-43ae-88c5-baa4abfb3bea" providerId="ADAL" clId="{3D547C43-4289-581C-B7C9-13B26BA791E3}" dt="2025-10-21T22:24:21.170" v="1078" actId="478"/>
          <ac:spMkLst>
            <pc:docMk/>
            <pc:sldMk cId="3475058262" sldId="267"/>
            <ac:spMk id="2" creationId="{8A41B908-BD95-9671-43A2-BA5525F23B14}"/>
          </ac:spMkLst>
        </pc:spChg>
        <pc:spChg chg="del mod">
          <ac:chgData name="Bipin Poudel" userId="c4f7b9cc-201b-43ae-88c5-baa4abfb3bea" providerId="ADAL" clId="{3D547C43-4289-581C-B7C9-13B26BA791E3}" dt="2025-10-21T22:24:18.170" v="1077"/>
          <ac:spMkLst>
            <pc:docMk/>
            <pc:sldMk cId="3475058262" sldId="267"/>
            <ac:spMk id="3" creationId="{59127053-C886-75D9-3B05-246317211EFE}"/>
          </ac:spMkLst>
        </pc:spChg>
        <pc:picChg chg="add mod">
          <ac:chgData name="Bipin Poudel" userId="c4f7b9cc-201b-43ae-88c5-baa4abfb3bea" providerId="ADAL" clId="{3D547C43-4289-581C-B7C9-13B26BA791E3}" dt="2025-10-21T22:25:50.571" v="1083" actId="1076"/>
          <ac:picMkLst>
            <pc:docMk/>
            <pc:sldMk cId="3475058262" sldId="267"/>
            <ac:picMk id="4" creationId="{8149F7C4-E8D6-0AC1-E100-3A7B46DB95C6}"/>
          </ac:picMkLst>
        </pc:picChg>
        <pc:picChg chg="add mod">
          <ac:chgData name="Bipin Poudel" userId="c4f7b9cc-201b-43ae-88c5-baa4abfb3bea" providerId="ADAL" clId="{3D547C43-4289-581C-B7C9-13B26BA791E3}" dt="2025-10-21T22:25:48.204" v="1082" actId="1076"/>
          <ac:picMkLst>
            <pc:docMk/>
            <pc:sldMk cId="3475058262" sldId="267"/>
            <ac:picMk id="5" creationId="{8F1D785A-AE8F-B02F-FE7E-00681A5CC814}"/>
          </ac:picMkLst>
        </pc:picChg>
        <pc:picChg chg="add del mod">
          <ac:chgData name="Bipin Poudel" userId="c4f7b9cc-201b-43ae-88c5-baa4abfb3bea" providerId="ADAL" clId="{3D547C43-4289-581C-B7C9-13B26BA791E3}" dt="2025-10-21T22:27:04.845" v="1088" actId="478"/>
          <ac:picMkLst>
            <pc:docMk/>
            <pc:sldMk cId="3475058262" sldId="267"/>
            <ac:picMk id="9" creationId="{7B72E1BA-AF96-9224-1AD6-8B4A4E3F0826}"/>
          </ac:picMkLst>
        </pc:picChg>
      </pc:sldChg>
      <pc:sldChg chg="del">
        <pc:chgData name="Bipin Poudel" userId="c4f7b9cc-201b-43ae-88c5-baa4abfb3bea" providerId="ADAL" clId="{3D547C43-4289-581C-B7C9-13B26BA791E3}" dt="2025-10-21T22:21:59.529" v="1070" actId="2696"/>
        <pc:sldMkLst>
          <pc:docMk/>
          <pc:sldMk cId="3618158436" sldId="268"/>
        </pc:sldMkLst>
      </pc:sldChg>
      <pc:sldChg chg="addSp delSp modSp new mod">
        <pc:chgData name="Bipin Poudel" userId="c4f7b9cc-201b-43ae-88c5-baa4abfb3bea" providerId="ADAL" clId="{3D547C43-4289-581C-B7C9-13B26BA791E3}" dt="2025-10-21T22:12:11.440" v="628" actId="20577"/>
        <pc:sldMkLst>
          <pc:docMk/>
          <pc:sldMk cId="2355482856" sldId="269"/>
        </pc:sldMkLst>
        <pc:spChg chg="mod">
          <ac:chgData name="Bipin Poudel" userId="c4f7b9cc-201b-43ae-88c5-baa4abfb3bea" providerId="ADAL" clId="{3D547C43-4289-581C-B7C9-13B26BA791E3}" dt="2025-10-21T22:05:17.725" v="127" actId="20577"/>
          <ac:spMkLst>
            <pc:docMk/>
            <pc:sldMk cId="2355482856" sldId="269"/>
            <ac:spMk id="2" creationId="{E7B12B3C-663F-2E89-B7BF-79B588EA9C30}"/>
          </ac:spMkLst>
        </pc:spChg>
        <pc:spChg chg="add del">
          <ac:chgData name="Bipin Poudel" userId="c4f7b9cc-201b-43ae-88c5-baa4abfb3bea" providerId="ADAL" clId="{3D547C43-4289-581C-B7C9-13B26BA791E3}" dt="2025-10-21T22:06:25.312" v="134"/>
          <ac:spMkLst>
            <pc:docMk/>
            <pc:sldMk cId="2355482856" sldId="269"/>
            <ac:spMk id="3" creationId="{29D84876-D120-C727-D99A-CC275165B2C2}"/>
          </ac:spMkLst>
        </pc:spChg>
        <pc:spChg chg="add mod">
          <ac:chgData name="Bipin Poudel" userId="c4f7b9cc-201b-43ae-88c5-baa4abfb3bea" providerId="ADAL" clId="{3D547C43-4289-581C-B7C9-13B26BA791E3}" dt="2025-10-21T22:06:20.043" v="131"/>
          <ac:spMkLst>
            <pc:docMk/>
            <pc:sldMk cId="2355482856" sldId="269"/>
            <ac:spMk id="7" creationId="{7C4FFD51-E56A-F557-AABF-F0AFFBFD7ABA}"/>
          </ac:spMkLst>
        </pc:spChg>
        <pc:spChg chg="add mod">
          <ac:chgData name="Bipin Poudel" userId="c4f7b9cc-201b-43ae-88c5-baa4abfb3bea" providerId="ADAL" clId="{3D547C43-4289-581C-B7C9-13B26BA791E3}" dt="2025-10-21T22:06:25.303" v="133"/>
          <ac:spMkLst>
            <pc:docMk/>
            <pc:sldMk cId="2355482856" sldId="269"/>
            <ac:spMk id="8" creationId="{D69ECF78-418B-E82A-255C-97A76317067F}"/>
          </ac:spMkLst>
        </pc:spChg>
        <pc:spChg chg="add del mod">
          <ac:chgData name="Bipin Poudel" userId="c4f7b9cc-201b-43ae-88c5-baa4abfb3bea" providerId="ADAL" clId="{3D547C43-4289-581C-B7C9-13B26BA791E3}" dt="2025-10-21T22:11:38.395" v="464" actId="478"/>
          <ac:spMkLst>
            <pc:docMk/>
            <pc:sldMk cId="2355482856" sldId="269"/>
            <ac:spMk id="9" creationId="{BF7DDFCD-ED16-35AD-2CCD-A5F717522EE4}"/>
          </ac:spMkLst>
        </pc:spChg>
        <pc:spChg chg="add">
          <ac:chgData name="Bipin Poudel" userId="c4f7b9cc-201b-43ae-88c5-baa4abfb3bea" providerId="ADAL" clId="{3D547C43-4289-581C-B7C9-13B26BA791E3}" dt="2025-10-21T22:08:35.719" v="148"/>
          <ac:spMkLst>
            <pc:docMk/>
            <pc:sldMk cId="2355482856" sldId="269"/>
            <ac:spMk id="10" creationId="{3AC36DC2-3496-5AF5-6D68-D3DFA587D0D8}"/>
          </ac:spMkLst>
        </pc:spChg>
        <pc:spChg chg="add">
          <ac:chgData name="Bipin Poudel" userId="c4f7b9cc-201b-43ae-88c5-baa4abfb3bea" providerId="ADAL" clId="{3D547C43-4289-581C-B7C9-13B26BA791E3}" dt="2025-10-21T22:08:38.443" v="149"/>
          <ac:spMkLst>
            <pc:docMk/>
            <pc:sldMk cId="2355482856" sldId="269"/>
            <ac:spMk id="11" creationId="{E4DFE1B5-6A5F-F1DC-C2BF-639E13B1E663}"/>
          </ac:spMkLst>
        </pc:spChg>
        <pc:spChg chg="add">
          <ac:chgData name="Bipin Poudel" userId="c4f7b9cc-201b-43ae-88c5-baa4abfb3bea" providerId="ADAL" clId="{3D547C43-4289-581C-B7C9-13B26BA791E3}" dt="2025-10-21T22:08:44.474" v="152"/>
          <ac:spMkLst>
            <pc:docMk/>
            <pc:sldMk cId="2355482856" sldId="269"/>
            <ac:spMk id="12" creationId="{F8DA758B-54E4-E6B6-8811-C9BBD1BCCF01}"/>
          </ac:spMkLst>
        </pc:spChg>
        <pc:spChg chg="add">
          <ac:chgData name="Bipin Poudel" userId="c4f7b9cc-201b-43ae-88c5-baa4abfb3bea" providerId="ADAL" clId="{3D547C43-4289-581C-B7C9-13B26BA791E3}" dt="2025-10-21T22:08:52.686" v="153"/>
          <ac:spMkLst>
            <pc:docMk/>
            <pc:sldMk cId="2355482856" sldId="269"/>
            <ac:spMk id="13" creationId="{977D2998-3CD1-983D-D101-63B9E1F77D3A}"/>
          </ac:spMkLst>
        </pc:spChg>
        <pc:spChg chg="add mod">
          <ac:chgData name="Bipin Poudel" userId="c4f7b9cc-201b-43ae-88c5-baa4abfb3bea" providerId="ADAL" clId="{3D547C43-4289-581C-B7C9-13B26BA791E3}" dt="2025-10-21T22:08:58.420" v="157" actId="767"/>
          <ac:spMkLst>
            <pc:docMk/>
            <pc:sldMk cId="2355482856" sldId="269"/>
            <ac:spMk id="14" creationId="{C5BA5C77-D942-FD3D-692C-C4FEDB7B7632}"/>
          </ac:spMkLst>
        </pc:spChg>
        <pc:spChg chg="add mod">
          <ac:chgData name="Bipin Poudel" userId="c4f7b9cc-201b-43ae-88c5-baa4abfb3bea" providerId="ADAL" clId="{3D547C43-4289-581C-B7C9-13B26BA791E3}" dt="2025-10-21T22:08:57.971" v="156" actId="767"/>
          <ac:spMkLst>
            <pc:docMk/>
            <pc:sldMk cId="2355482856" sldId="269"/>
            <ac:spMk id="15" creationId="{3ABBF9B3-45BD-4F5C-7743-E62688284321}"/>
          </ac:spMkLst>
        </pc:spChg>
        <pc:spChg chg="add">
          <ac:chgData name="Bipin Poudel" userId="c4f7b9cc-201b-43ae-88c5-baa4abfb3bea" providerId="ADAL" clId="{3D547C43-4289-581C-B7C9-13B26BA791E3}" dt="2025-10-21T22:09:13.632" v="168"/>
          <ac:spMkLst>
            <pc:docMk/>
            <pc:sldMk cId="2355482856" sldId="269"/>
            <ac:spMk id="16" creationId="{575B29F9-36C7-5E30-691A-0F6CD06CE3AD}"/>
          </ac:spMkLst>
        </pc:spChg>
        <pc:spChg chg="add mod">
          <ac:chgData name="Bipin Poudel" userId="c4f7b9cc-201b-43ae-88c5-baa4abfb3bea" providerId="ADAL" clId="{3D547C43-4289-581C-B7C9-13B26BA791E3}" dt="2025-10-21T22:12:11.440" v="628" actId="20577"/>
          <ac:spMkLst>
            <pc:docMk/>
            <pc:sldMk cId="2355482856" sldId="269"/>
            <ac:spMk id="17" creationId="{0739DDB4-33C9-41C5-7979-0A03ECCDB62D}"/>
          </ac:spMkLst>
        </pc:spChg>
      </pc:sldChg>
      <pc:sldChg chg="modSp new mod">
        <pc:chgData name="Bipin Poudel" userId="c4f7b9cc-201b-43ae-88c5-baa4abfb3bea" providerId="ADAL" clId="{3D547C43-4289-581C-B7C9-13B26BA791E3}" dt="2025-10-21T22:14:22.126" v="1065" actId="20577"/>
        <pc:sldMkLst>
          <pc:docMk/>
          <pc:sldMk cId="2825769061" sldId="270"/>
        </pc:sldMkLst>
        <pc:spChg chg="mod">
          <ac:chgData name="Bipin Poudel" userId="c4f7b9cc-201b-43ae-88c5-baa4abfb3bea" providerId="ADAL" clId="{3D547C43-4289-581C-B7C9-13B26BA791E3}" dt="2025-10-21T22:12:44.587" v="647" actId="20577"/>
          <ac:spMkLst>
            <pc:docMk/>
            <pc:sldMk cId="2825769061" sldId="270"/>
            <ac:spMk id="2" creationId="{9129EEA8-3779-CCA2-A70B-BE57F71EB8C7}"/>
          </ac:spMkLst>
        </pc:spChg>
        <pc:spChg chg="mod">
          <ac:chgData name="Bipin Poudel" userId="c4f7b9cc-201b-43ae-88c5-baa4abfb3bea" providerId="ADAL" clId="{3D547C43-4289-581C-B7C9-13B26BA791E3}" dt="2025-10-21T22:14:22.126" v="1065" actId="20577"/>
          <ac:spMkLst>
            <pc:docMk/>
            <pc:sldMk cId="2825769061" sldId="270"/>
            <ac:spMk id="3" creationId="{F8E7EBD8-3CCD-61B0-1580-F0E8154CF530}"/>
          </ac:spMkLst>
        </pc:spChg>
      </pc:sldChg>
      <pc:sldChg chg="addSp delSp modSp new mod">
        <pc:chgData name="Bipin Poudel" userId="c4f7b9cc-201b-43ae-88c5-baa4abfb3bea" providerId="ADAL" clId="{3D547C43-4289-581C-B7C9-13B26BA791E3}" dt="2025-10-21T22:28:30.370" v="1094" actId="1076"/>
        <pc:sldMkLst>
          <pc:docMk/>
          <pc:sldMk cId="3262216992" sldId="271"/>
        </pc:sldMkLst>
        <pc:spChg chg="del">
          <ac:chgData name="Bipin Poudel" userId="c4f7b9cc-201b-43ae-88c5-baa4abfb3bea" providerId="ADAL" clId="{3D547C43-4289-581C-B7C9-13B26BA791E3}" dt="2025-10-21T22:28:26.396" v="1092" actId="478"/>
          <ac:spMkLst>
            <pc:docMk/>
            <pc:sldMk cId="3262216992" sldId="271"/>
            <ac:spMk id="2" creationId="{B760C0A0-24B0-564F-54D9-76E0D7B89496}"/>
          </ac:spMkLst>
        </pc:spChg>
        <pc:spChg chg="del">
          <ac:chgData name="Bipin Poudel" userId="c4f7b9cc-201b-43ae-88c5-baa4abfb3bea" providerId="ADAL" clId="{3D547C43-4289-581C-B7C9-13B26BA791E3}" dt="2025-10-21T22:28:22.778" v="1090"/>
          <ac:spMkLst>
            <pc:docMk/>
            <pc:sldMk cId="3262216992" sldId="271"/>
            <ac:spMk id="3" creationId="{2B329F41-2A96-55B0-E038-F435622C861C}"/>
          </ac:spMkLst>
        </pc:spChg>
        <pc:picChg chg="add mod">
          <ac:chgData name="Bipin Poudel" userId="c4f7b9cc-201b-43ae-88c5-baa4abfb3bea" providerId="ADAL" clId="{3D547C43-4289-581C-B7C9-13B26BA791E3}" dt="2025-10-21T22:28:30.370" v="1094" actId="1076"/>
          <ac:picMkLst>
            <pc:docMk/>
            <pc:sldMk cId="3262216992" sldId="271"/>
            <ac:picMk id="7" creationId="{9CF9DC04-929D-3AA3-A674-ECE4BD54454C}"/>
          </ac:picMkLst>
        </pc:picChg>
      </pc:sldChg>
      <pc:sldChg chg="new del">
        <pc:chgData name="Bipin Poudel" userId="c4f7b9cc-201b-43ae-88c5-baa4abfb3bea" providerId="ADAL" clId="{3D547C43-4289-581C-B7C9-13B26BA791E3}" dt="2025-10-21T22:14:35.043" v="1069" actId="2696"/>
        <pc:sldMkLst>
          <pc:docMk/>
          <pc:sldMk cId="3609422222" sldId="271"/>
        </pc:sldMkLst>
      </pc:sldChg>
      <pc:sldChg chg="addSp delSp modSp new mod delAnim modAnim">
        <pc:chgData name="Bipin Poudel" userId="c4f7b9cc-201b-43ae-88c5-baa4abfb3bea" providerId="ADAL" clId="{3D547C43-4289-581C-B7C9-13B26BA791E3}" dt="2025-10-21T22:33:26.608" v="1119"/>
        <pc:sldMkLst>
          <pc:docMk/>
          <pc:sldMk cId="653201439" sldId="272"/>
        </pc:sldMkLst>
        <pc:spChg chg="del">
          <ac:chgData name="Bipin Poudel" userId="c4f7b9cc-201b-43ae-88c5-baa4abfb3bea" providerId="ADAL" clId="{3D547C43-4289-581C-B7C9-13B26BA791E3}" dt="2025-10-21T22:28:37.546" v="1096" actId="478"/>
          <ac:spMkLst>
            <pc:docMk/>
            <pc:sldMk cId="653201439" sldId="272"/>
            <ac:spMk id="2" creationId="{56A500F4-3C3C-F371-F7FF-1C661F5A84A6}"/>
          </ac:spMkLst>
        </pc:spChg>
        <pc:spChg chg="del">
          <ac:chgData name="Bipin Poudel" userId="c4f7b9cc-201b-43ae-88c5-baa4abfb3bea" providerId="ADAL" clId="{3D547C43-4289-581C-B7C9-13B26BA791E3}" dt="2025-10-21T22:28:39.498" v="1097" actId="478"/>
          <ac:spMkLst>
            <pc:docMk/>
            <pc:sldMk cId="653201439" sldId="272"/>
            <ac:spMk id="3" creationId="{E60F957D-145B-4A32-646F-5E0F0EA966DC}"/>
          </ac:spMkLst>
        </pc:spChg>
        <pc:picChg chg="add mod">
          <ac:chgData name="Bipin Poudel" userId="c4f7b9cc-201b-43ae-88c5-baa4abfb3bea" providerId="ADAL" clId="{3D547C43-4289-581C-B7C9-13B26BA791E3}" dt="2025-10-21T22:33:18.705" v="1117" actId="14100"/>
          <ac:picMkLst>
            <pc:docMk/>
            <pc:sldMk cId="653201439" sldId="272"/>
            <ac:picMk id="7" creationId="{9C848A4B-C2C4-5C71-1BFE-D744DD5F9BE1}"/>
          </ac:picMkLst>
        </pc:picChg>
        <pc:picChg chg="add mod">
          <ac:chgData name="Bipin Poudel" userId="c4f7b9cc-201b-43ae-88c5-baa4abfb3bea" providerId="ADAL" clId="{3D547C43-4289-581C-B7C9-13B26BA791E3}" dt="2025-10-21T22:33:22.218" v="1118" actId="1076"/>
          <ac:picMkLst>
            <pc:docMk/>
            <pc:sldMk cId="653201439" sldId="272"/>
            <ac:picMk id="8" creationId="{1FDAF56E-DC9B-6C2D-ADAB-9F473F5BB1D1}"/>
          </ac:picMkLst>
        </pc:picChg>
        <pc:picChg chg="add del mod">
          <ac:chgData name="Bipin Poudel" userId="c4f7b9cc-201b-43ae-88c5-baa4abfb3bea" providerId="ADAL" clId="{3D547C43-4289-581C-B7C9-13B26BA791E3}" dt="2025-10-21T22:33:02.062" v="1113" actId="478"/>
          <ac:picMkLst>
            <pc:docMk/>
            <pc:sldMk cId="653201439" sldId="272"/>
            <ac:picMk id="9" creationId="{AC6D130F-24C8-1DB3-5B32-07D5BCD4721F}"/>
          </ac:picMkLst>
        </pc:picChg>
        <pc:picChg chg="add mod">
          <ac:chgData name="Bipin Poudel" userId="c4f7b9cc-201b-43ae-88c5-baa4abfb3bea" providerId="ADAL" clId="{3D547C43-4289-581C-B7C9-13B26BA791E3}" dt="2025-10-21T22:33:13.600" v="1116" actId="1076"/>
          <ac:picMkLst>
            <pc:docMk/>
            <pc:sldMk cId="653201439" sldId="272"/>
            <ac:picMk id="10" creationId="{4A99A54D-DED0-CF36-4D93-CB20073D0547}"/>
          </ac:picMkLst>
        </pc:picChg>
      </pc:sldChg>
      <pc:sldChg chg="addSp delSp modSp new mod modAnim">
        <pc:chgData name="Bipin Poudel" userId="c4f7b9cc-201b-43ae-88c5-baa4abfb3bea" providerId="ADAL" clId="{3D547C43-4289-581C-B7C9-13B26BA791E3}" dt="2025-10-21T22:40:58.795" v="1622"/>
        <pc:sldMkLst>
          <pc:docMk/>
          <pc:sldMk cId="1989540875" sldId="273"/>
        </pc:sldMkLst>
        <pc:spChg chg="mod">
          <ac:chgData name="Bipin Poudel" userId="c4f7b9cc-201b-43ae-88c5-baa4abfb3bea" providerId="ADAL" clId="{3D547C43-4289-581C-B7C9-13B26BA791E3}" dt="2025-10-21T22:35:34.617" v="1260" actId="14100"/>
          <ac:spMkLst>
            <pc:docMk/>
            <pc:sldMk cId="1989540875" sldId="273"/>
            <ac:spMk id="2" creationId="{63A2F6FA-DEA3-649A-C200-921C9BDD1ECD}"/>
          </ac:spMkLst>
        </pc:spChg>
        <pc:spChg chg="del">
          <ac:chgData name="Bipin Poudel" userId="c4f7b9cc-201b-43ae-88c5-baa4abfb3bea" providerId="ADAL" clId="{3D547C43-4289-581C-B7C9-13B26BA791E3}" dt="2025-10-21T22:35:25.670" v="1258"/>
          <ac:spMkLst>
            <pc:docMk/>
            <pc:sldMk cId="1989540875" sldId="273"/>
            <ac:spMk id="3" creationId="{E266CF74-B9B2-7C9D-D234-B4BC3302F19A}"/>
          </ac:spMkLst>
        </pc:spChg>
        <pc:spChg chg="add mod">
          <ac:chgData name="Bipin Poudel" userId="c4f7b9cc-201b-43ae-88c5-baa4abfb3bea" providerId="ADAL" clId="{3D547C43-4289-581C-B7C9-13B26BA791E3}" dt="2025-10-21T22:37:17.020" v="1470" actId="115"/>
          <ac:spMkLst>
            <pc:docMk/>
            <pc:sldMk cId="1989540875" sldId="273"/>
            <ac:spMk id="8" creationId="{15C04BA9-CD13-CD1F-C58F-5ACF4D30FE0B}"/>
          </ac:spMkLst>
        </pc:spChg>
        <pc:spChg chg="add del mod">
          <ac:chgData name="Bipin Poudel" userId="c4f7b9cc-201b-43ae-88c5-baa4abfb3bea" providerId="ADAL" clId="{3D547C43-4289-581C-B7C9-13B26BA791E3}" dt="2025-10-21T22:40:58.795" v="1622"/>
          <ac:spMkLst>
            <pc:docMk/>
            <pc:sldMk cId="1989540875" sldId="273"/>
            <ac:spMk id="9" creationId="{6209B586-A188-116F-8768-3EB009D5C863}"/>
          </ac:spMkLst>
        </pc:spChg>
        <pc:picChg chg="add mod">
          <ac:chgData name="Bipin Poudel" userId="c4f7b9cc-201b-43ae-88c5-baa4abfb3bea" providerId="ADAL" clId="{3D547C43-4289-581C-B7C9-13B26BA791E3}" dt="2025-10-21T22:35:37.384" v="1261" actId="1076"/>
          <ac:picMkLst>
            <pc:docMk/>
            <pc:sldMk cId="1989540875" sldId="273"/>
            <ac:picMk id="7" creationId="{EBCA6531-F148-EF3A-6CBD-927148DD464C}"/>
          </ac:picMkLst>
        </pc:picChg>
      </pc:sldChg>
      <pc:sldChg chg="addSp delSp modSp new mod modAnim">
        <pc:chgData name="Bipin Poudel" userId="c4f7b9cc-201b-43ae-88c5-baa4abfb3bea" providerId="ADAL" clId="{3D547C43-4289-581C-B7C9-13B26BA791E3}" dt="2025-10-21T22:38:55.771" v="1587" actId="20577"/>
        <pc:sldMkLst>
          <pc:docMk/>
          <pc:sldMk cId="2106081182" sldId="274"/>
        </pc:sldMkLst>
        <pc:spChg chg="mod">
          <ac:chgData name="Bipin Poudel" userId="c4f7b9cc-201b-43ae-88c5-baa4abfb3bea" providerId="ADAL" clId="{3D547C43-4289-581C-B7C9-13B26BA791E3}" dt="2025-10-21T22:38:14.903" v="1493" actId="20577"/>
          <ac:spMkLst>
            <pc:docMk/>
            <pc:sldMk cId="2106081182" sldId="274"/>
            <ac:spMk id="2" creationId="{B7B8B2D9-022B-A6E4-28E2-CCA1CCE02B54}"/>
          </ac:spMkLst>
        </pc:spChg>
        <pc:spChg chg="del">
          <ac:chgData name="Bipin Poudel" userId="c4f7b9cc-201b-43ae-88c5-baa4abfb3bea" providerId="ADAL" clId="{3D547C43-4289-581C-B7C9-13B26BA791E3}" dt="2025-10-21T22:38:19.511" v="1494"/>
          <ac:spMkLst>
            <pc:docMk/>
            <pc:sldMk cId="2106081182" sldId="274"/>
            <ac:spMk id="3" creationId="{C1528C24-A97C-728F-B3F6-3FC06E69FBA9}"/>
          </ac:spMkLst>
        </pc:spChg>
        <pc:spChg chg="add mod">
          <ac:chgData name="Bipin Poudel" userId="c4f7b9cc-201b-43ae-88c5-baa4abfb3bea" providerId="ADAL" clId="{3D547C43-4289-581C-B7C9-13B26BA791E3}" dt="2025-10-21T22:38:55.771" v="1587" actId="20577"/>
          <ac:spMkLst>
            <pc:docMk/>
            <pc:sldMk cId="2106081182" sldId="274"/>
            <ac:spMk id="8" creationId="{1F350141-50AC-D279-A804-B23965EF5B6B}"/>
          </ac:spMkLst>
        </pc:spChg>
        <pc:picChg chg="add mod">
          <ac:chgData name="Bipin Poudel" userId="c4f7b9cc-201b-43ae-88c5-baa4abfb3bea" providerId="ADAL" clId="{3D547C43-4289-581C-B7C9-13B26BA791E3}" dt="2025-10-21T22:38:24.202" v="1496" actId="14100"/>
          <ac:picMkLst>
            <pc:docMk/>
            <pc:sldMk cId="2106081182" sldId="274"/>
            <ac:picMk id="7" creationId="{D3B17AFF-B55D-B85F-F063-3B44E519511B}"/>
          </ac:picMkLst>
        </pc:picChg>
      </pc:sldChg>
      <pc:sldChg chg="addSp delSp modSp new mod modAnim">
        <pc:chgData name="Bipin Poudel" userId="c4f7b9cc-201b-43ae-88c5-baa4abfb3bea" providerId="ADAL" clId="{3D547C43-4289-581C-B7C9-13B26BA791E3}" dt="2025-10-21T22:40:56.451" v="1619"/>
        <pc:sldMkLst>
          <pc:docMk/>
          <pc:sldMk cId="3542055364" sldId="275"/>
        </pc:sldMkLst>
        <pc:spChg chg="mod">
          <ac:chgData name="Bipin Poudel" userId="c4f7b9cc-201b-43ae-88c5-baa4abfb3bea" providerId="ADAL" clId="{3D547C43-4289-581C-B7C9-13B26BA791E3}" dt="2025-10-21T22:39:10.170" v="1610" actId="20577"/>
          <ac:spMkLst>
            <pc:docMk/>
            <pc:sldMk cId="3542055364" sldId="275"/>
            <ac:spMk id="2" creationId="{8D7A743F-9510-A953-BD1D-FCA7B0B454D0}"/>
          </ac:spMkLst>
        </pc:spChg>
        <pc:spChg chg="del">
          <ac:chgData name="Bipin Poudel" userId="c4f7b9cc-201b-43ae-88c5-baa4abfb3bea" providerId="ADAL" clId="{3D547C43-4289-581C-B7C9-13B26BA791E3}" dt="2025-10-21T22:40:10.345" v="1611"/>
          <ac:spMkLst>
            <pc:docMk/>
            <pc:sldMk cId="3542055364" sldId="275"/>
            <ac:spMk id="3" creationId="{AD5624F3-BD6B-F0A6-42AF-E853AD1D3B6B}"/>
          </ac:spMkLst>
        </pc:spChg>
        <pc:spChg chg="add mod">
          <ac:chgData name="Bipin Poudel" userId="c4f7b9cc-201b-43ae-88c5-baa4abfb3bea" providerId="ADAL" clId="{3D547C43-4289-581C-B7C9-13B26BA791E3}" dt="2025-10-21T22:40:43.388" v="1618" actId="20577"/>
          <ac:spMkLst>
            <pc:docMk/>
            <pc:sldMk cId="3542055364" sldId="275"/>
            <ac:spMk id="8" creationId="{76E37A2F-A35D-01B4-F6C7-FC11C58D734F}"/>
          </ac:spMkLst>
        </pc:spChg>
        <pc:picChg chg="add mod">
          <ac:chgData name="Bipin Poudel" userId="c4f7b9cc-201b-43ae-88c5-baa4abfb3bea" providerId="ADAL" clId="{3D547C43-4289-581C-B7C9-13B26BA791E3}" dt="2025-10-21T22:40:21.415" v="1614" actId="14100"/>
          <ac:picMkLst>
            <pc:docMk/>
            <pc:sldMk cId="3542055364" sldId="275"/>
            <ac:picMk id="7" creationId="{06B1ED92-08A2-70DD-F7A0-EE06834F83C8}"/>
          </ac:picMkLst>
        </pc:picChg>
      </pc:sldChg>
      <pc:sldChg chg="addSp delSp modSp new mod modAnim">
        <pc:chgData name="Bipin Poudel" userId="c4f7b9cc-201b-43ae-88c5-baa4abfb3bea" providerId="ADAL" clId="{3D547C43-4289-581C-B7C9-13B26BA791E3}" dt="2025-10-21T22:41:48.598" v="1668" actId="1076"/>
        <pc:sldMkLst>
          <pc:docMk/>
          <pc:sldMk cId="1416338105" sldId="276"/>
        </pc:sldMkLst>
        <pc:spChg chg="mod">
          <ac:chgData name="Bipin Poudel" userId="c4f7b9cc-201b-43ae-88c5-baa4abfb3bea" providerId="ADAL" clId="{3D547C43-4289-581C-B7C9-13B26BA791E3}" dt="2025-10-21T22:41:11.285" v="1664" actId="20577"/>
          <ac:spMkLst>
            <pc:docMk/>
            <pc:sldMk cId="1416338105" sldId="276"/>
            <ac:spMk id="2" creationId="{EBBA16F9-E27A-9BF7-2500-2BBA88665705}"/>
          </ac:spMkLst>
        </pc:spChg>
        <pc:spChg chg="del">
          <ac:chgData name="Bipin Poudel" userId="c4f7b9cc-201b-43ae-88c5-baa4abfb3bea" providerId="ADAL" clId="{3D547C43-4289-581C-B7C9-13B26BA791E3}" dt="2025-10-21T22:41:34.090" v="1665"/>
          <ac:spMkLst>
            <pc:docMk/>
            <pc:sldMk cId="1416338105" sldId="276"/>
            <ac:spMk id="3" creationId="{10FFDCB2-7F0E-6D11-16DB-FD8383E42971}"/>
          </ac:spMkLst>
        </pc:spChg>
        <pc:spChg chg="add mod">
          <ac:chgData name="Bipin Poudel" userId="c4f7b9cc-201b-43ae-88c5-baa4abfb3bea" providerId="ADAL" clId="{3D547C43-4289-581C-B7C9-13B26BA791E3}" dt="2025-10-21T22:41:48.598" v="1668" actId="1076"/>
          <ac:spMkLst>
            <pc:docMk/>
            <pc:sldMk cId="1416338105" sldId="276"/>
            <ac:spMk id="8" creationId="{06DE8272-3199-A8A1-D5C0-614751D9F9FD}"/>
          </ac:spMkLst>
        </pc:spChg>
        <pc:picChg chg="add mod">
          <ac:chgData name="Bipin Poudel" userId="c4f7b9cc-201b-43ae-88c5-baa4abfb3bea" providerId="ADAL" clId="{3D547C43-4289-581C-B7C9-13B26BA791E3}" dt="2025-10-21T22:41:36.429" v="1666" actId="1076"/>
          <ac:picMkLst>
            <pc:docMk/>
            <pc:sldMk cId="1416338105" sldId="276"/>
            <ac:picMk id="7" creationId="{7576A7BA-1B89-B534-7244-0EF3F07DF568}"/>
          </ac:picMkLst>
        </pc:picChg>
      </pc:sldChg>
      <pc:sldChg chg="addSp delSp modSp new mod">
        <pc:chgData name="Bipin Poudel" userId="c4f7b9cc-201b-43ae-88c5-baa4abfb3bea" providerId="ADAL" clId="{3D547C43-4289-581C-B7C9-13B26BA791E3}" dt="2025-10-21T22:42:36.836" v="1716" actId="1076"/>
        <pc:sldMkLst>
          <pc:docMk/>
          <pc:sldMk cId="2914576699" sldId="277"/>
        </pc:sldMkLst>
        <pc:spChg chg="mod">
          <ac:chgData name="Bipin Poudel" userId="c4f7b9cc-201b-43ae-88c5-baa4abfb3bea" providerId="ADAL" clId="{3D547C43-4289-581C-B7C9-13B26BA791E3}" dt="2025-10-21T22:42:32.317" v="1714" actId="20577"/>
          <ac:spMkLst>
            <pc:docMk/>
            <pc:sldMk cId="2914576699" sldId="277"/>
            <ac:spMk id="2" creationId="{7C144FCB-BE95-F79D-F386-51083003570E}"/>
          </ac:spMkLst>
        </pc:spChg>
        <pc:spChg chg="del">
          <ac:chgData name="Bipin Poudel" userId="c4f7b9cc-201b-43ae-88c5-baa4abfb3bea" providerId="ADAL" clId="{3D547C43-4289-581C-B7C9-13B26BA791E3}" dt="2025-10-21T22:42:21.066" v="1670"/>
          <ac:spMkLst>
            <pc:docMk/>
            <pc:sldMk cId="2914576699" sldId="277"/>
            <ac:spMk id="3" creationId="{D7F1132A-F1D6-A25A-4CE4-DF0438AB113E}"/>
          </ac:spMkLst>
        </pc:spChg>
        <pc:picChg chg="add mod">
          <ac:chgData name="Bipin Poudel" userId="c4f7b9cc-201b-43ae-88c5-baa4abfb3bea" providerId="ADAL" clId="{3D547C43-4289-581C-B7C9-13B26BA791E3}" dt="2025-10-21T22:42:36.836" v="1716" actId="1076"/>
          <ac:picMkLst>
            <pc:docMk/>
            <pc:sldMk cId="2914576699" sldId="277"/>
            <ac:picMk id="7" creationId="{EB168217-37C4-2B0D-8CA3-9339D8CED82B}"/>
          </ac:picMkLst>
        </pc:picChg>
      </pc:sldChg>
      <pc:sldChg chg="addSp delSp modSp new mod">
        <pc:chgData name="Bipin Poudel" userId="c4f7b9cc-201b-43ae-88c5-baa4abfb3bea" providerId="ADAL" clId="{3D547C43-4289-581C-B7C9-13B26BA791E3}" dt="2025-10-21T22:43:42.971" v="1721" actId="478"/>
        <pc:sldMkLst>
          <pc:docMk/>
          <pc:sldMk cId="2868283831" sldId="278"/>
        </pc:sldMkLst>
        <pc:spChg chg="del">
          <ac:chgData name="Bipin Poudel" userId="c4f7b9cc-201b-43ae-88c5-baa4abfb3bea" providerId="ADAL" clId="{3D547C43-4289-581C-B7C9-13B26BA791E3}" dt="2025-10-21T22:43:41.238" v="1720" actId="478"/>
          <ac:spMkLst>
            <pc:docMk/>
            <pc:sldMk cId="2868283831" sldId="278"/>
            <ac:spMk id="2" creationId="{EAB318CB-7851-F509-8C5A-AFA9701E9336}"/>
          </ac:spMkLst>
        </pc:spChg>
        <pc:spChg chg="del">
          <ac:chgData name="Bipin Poudel" userId="c4f7b9cc-201b-43ae-88c5-baa4abfb3bea" providerId="ADAL" clId="{3D547C43-4289-581C-B7C9-13B26BA791E3}" dt="2025-10-21T22:43:42.971" v="1721" actId="478"/>
          <ac:spMkLst>
            <pc:docMk/>
            <pc:sldMk cId="2868283831" sldId="278"/>
            <ac:spMk id="3" creationId="{36A6F85A-9976-7566-218A-5B1F218F1BD6}"/>
          </ac:spMkLst>
        </pc:spChg>
        <pc:picChg chg="add mod">
          <ac:chgData name="Bipin Poudel" userId="c4f7b9cc-201b-43ae-88c5-baa4abfb3bea" providerId="ADAL" clId="{3D547C43-4289-581C-B7C9-13B26BA791E3}" dt="2025-10-21T22:43:37.521" v="1719" actId="1076"/>
          <ac:picMkLst>
            <pc:docMk/>
            <pc:sldMk cId="2868283831" sldId="278"/>
            <ac:picMk id="7" creationId="{7B64A9E5-4FAF-DA60-CBE6-A61DF5152667}"/>
          </ac:picMkLst>
        </pc:picChg>
      </pc:sldChg>
      <pc:sldChg chg="addSp delSp modSp new mod">
        <pc:chgData name="Bipin Poudel" userId="c4f7b9cc-201b-43ae-88c5-baa4abfb3bea" providerId="ADAL" clId="{3D547C43-4289-581C-B7C9-13B26BA791E3}" dt="2025-10-21T22:45:52.004" v="1769" actId="1076"/>
        <pc:sldMkLst>
          <pc:docMk/>
          <pc:sldMk cId="1012915224" sldId="279"/>
        </pc:sldMkLst>
        <pc:spChg chg="del">
          <ac:chgData name="Bipin Poudel" userId="c4f7b9cc-201b-43ae-88c5-baa4abfb3bea" providerId="ADAL" clId="{3D547C43-4289-581C-B7C9-13B26BA791E3}" dt="2025-10-21T22:44:25.155" v="1725" actId="478"/>
          <ac:spMkLst>
            <pc:docMk/>
            <pc:sldMk cId="1012915224" sldId="279"/>
            <ac:spMk id="2" creationId="{8ABB1F36-205C-4F72-DC80-9EFAB927AC44}"/>
          </ac:spMkLst>
        </pc:spChg>
        <pc:spChg chg="del">
          <ac:chgData name="Bipin Poudel" userId="c4f7b9cc-201b-43ae-88c5-baa4abfb3bea" providerId="ADAL" clId="{3D547C43-4289-581C-B7C9-13B26BA791E3}" dt="2025-10-21T22:44:20.972" v="1723"/>
          <ac:spMkLst>
            <pc:docMk/>
            <pc:sldMk cId="1012915224" sldId="279"/>
            <ac:spMk id="3" creationId="{DAC3EA6D-6EB2-9362-314F-7F3F454260C5}"/>
          </ac:spMkLst>
        </pc:spChg>
        <pc:spChg chg="add del mod">
          <ac:chgData name="Bipin Poudel" userId="c4f7b9cc-201b-43ae-88c5-baa4abfb3bea" providerId="ADAL" clId="{3D547C43-4289-581C-B7C9-13B26BA791E3}" dt="2025-10-21T22:44:57.351" v="1732"/>
          <ac:spMkLst>
            <pc:docMk/>
            <pc:sldMk cId="1012915224" sldId="279"/>
            <ac:spMk id="8" creationId="{DB2B34E6-15F7-86D3-0BFC-B92C53209D0B}"/>
          </ac:spMkLst>
        </pc:spChg>
        <pc:spChg chg="add mod">
          <ac:chgData name="Bipin Poudel" userId="c4f7b9cc-201b-43ae-88c5-baa4abfb3bea" providerId="ADAL" clId="{3D547C43-4289-581C-B7C9-13B26BA791E3}" dt="2025-10-21T22:45:33.570" v="1766" actId="20577"/>
          <ac:spMkLst>
            <pc:docMk/>
            <pc:sldMk cId="1012915224" sldId="279"/>
            <ac:spMk id="9" creationId="{28F456D5-51C8-9A0A-9F80-E790805DA24A}"/>
          </ac:spMkLst>
        </pc:spChg>
        <pc:picChg chg="add mod">
          <ac:chgData name="Bipin Poudel" userId="c4f7b9cc-201b-43ae-88c5-baa4abfb3bea" providerId="ADAL" clId="{3D547C43-4289-581C-B7C9-13B26BA791E3}" dt="2025-10-21T22:45:52.004" v="1769" actId="1076"/>
          <ac:picMkLst>
            <pc:docMk/>
            <pc:sldMk cId="1012915224" sldId="279"/>
            <ac:picMk id="7" creationId="{8AB373F2-E148-AAF0-785B-0E0C67C2B216}"/>
          </ac:picMkLst>
        </pc:picChg>
      </pc:sldChg>
      <pc:sldChg chg="addSp delSp modSp new mod">
        <pc:chgData name="Bipin Poudel" userId="c4f7b9cc-201b-43ae-88c5-baa4abfb3bea" providerId="ADAL" clId="{3D547C43-4289-581C-B7C9-13B26BA791E3}" dt="2025-10-21T22:47:39.518" v="1956" actId="20577"/>
        <pc:sldMkLst>
          <pc:docMk/>
          <pc:sldMk cId="2377221452" sldId="280"/>
        </pc:sldMkLst>
        <pc:spChg chg="add del mod">
          <ac:chgData name="Bipin Poudel" userId="c4f7b9cc-201b-43ae-88c5-baa4abfb3bea" providerId="ADAL" clId="{3D547C43-4289-581C-B7C9-13B26BA791E3}" dt="2025-10-21T22:46:11.564" v="1779" actId="20577"/>
          <ac:spMkLst>
            <pc:docMk/>
            <pc:sldMk cId="2377221452" sldId="280"/>
            <ac:spMk id="2" creationId="{EAD63145-6D66-031B-C5F9-C1B69AE17CD1}"/>
          </ac:spMkLst>
        </pc:spChg>
        <pc:spChg chg="mod">
          <ac:chgData name="Bipin Poudel" userId="c4f7b9cc-201b-43ae-88c5-baa4abfb3bea" providerId="ADAL" clId="{3D547C43-4289-581C-B7C9-13B26BA791E3}" dt="2025-10-21T22:47:39.518" v="1956" actId="20577"/>
          <ac:spMkLst>
            <pc:docMk/>
            <pc:sldMk cId="2377221452" sldId="280"/>
            <ac:spMk id="3" creationId="{F3D9D013-FAC2-4186-2404-12FBBCB3CD2E}"/>
          </ac:spMkLst>
        </pc:spChg>
      </pc:sldChg>
      <pc:sldChg chg="delSp modSp new mod modAnim">
        <pc:chgData name="Bipin Poudel" userId="c4f7b9cc-201b-43ae-88c5-baa4abfb3bea" providerId="ADAL" clId="{3D547C43-4289-581C-B7C9-13B26BA791E3}" dt="2025-10-21T22:48:42.092" v="2013"/>
        <pc:sldMkLst>
          <pc:docMk/>
          <pc:sldMk cId="3128627107" sldId="281"/>
        </pc:sldMkLst>
        <pc:spChg chg="del">
          <ac:chgData name="Bipin Poudel" userId="c4f7b9cc-201b-43ae-88c5-baa4abfb3bea" providerId="ADAL" clId="{3D547C43-4289-581C-B7C9-13B26BA791E3}" dt="2025-10-21T22:48:04.165" v="1958" actId="478"/>
          <ac:spMkLst>
            <pc:docMk/>
            <pc:sldMk cId="3128627107" sldId="281"/>
            <ac:spMk id="2" creationId="{55ADBB49-CC9D-A49E-BCB0-726D4D601EC9}"/>
          </ac:spMkLst>
        </pc:spChg>
        <pc:spChg chg="mod">
          <ac:chgData name="Bipin Poudel" userId="c4f7b9cc-201b-43ae-88c5-baa4abfb3bea" providerId="ADAL" clId="{3D547C43-4289-581C-B7C9-13B26BA791E3}" dt="2025-10-21T22:48:39.623" v="2012" actId="20577"/>
          <ac:spMkLst>
            <pc:docMk/>
            <pc:sldMk cId="3128627107" sldId="281"/>
            <ac:spMk id="3" creationId="{AACF6FA8-F827-1463-9285-7318410955BB}"/>
          </ac:spMkLst>
        </pc:spChg>
      </pc:sldChg>
      <pc:sldChg chg="addSp delSp modSp new mod">
        <pc:chgData name="Bipin Poudel" userId="c4f7b9cc-201b-43ae-88c5-baa4abfb3bea" providerId="ADAL" clId="{3D547C43-4289-581C-B7C9-13B26BA791E3}" dt="2025-10-21T22:55:13.359" v="2044" actId="1076"/>
        <pc:sldMkLst>
          <pc:docMk/>
          <pc:sldMk cId="4098604685" sldId="282"/>
        </pc:sldMkLst>
        <pc:spChg chg="del">
          <ac:chgData name="Bipin Poudel" userId="c4f7b9cc-201b-43ae-88c5-baa4abfb3bea" providerId="ADAL" clId="{3D547C43-4289-581C-B7C9-13B26BA791E3}" dt="2025-10-21T22:52:34.144" v="2016" actId="478"/>
          <ac:spMkLst>
            <pc:docMk/>
            <pc:sldMk cId="4098604685" sldId="282"/>
            <ac:spMk id="2" creationId="{AF8ACD39-A3B9-10AD-48BF-546027D6290F}"/>
          </ac:spMkLst>
        </pc:spChg>
        <pc:spChg chg="add mod">
          <ac:chgData name="Bipin Poudel" userId="c4f7b9cc-201b-43ae-88c5-baa4abfb3bea" providerId="ADAL" clId="{3D547C43-4289-581C-B7C9-13B26BA791E3}" dt="2025-10-21T22:55:13.359" v="2044" actId="1076"/>
          <ac:spMkLst>
            <pc:docMk/>
            <pc:sldMk cId="4098604685" sldId="282"/>
            <ac:spMk id="3" creationId="{076E6621-8458-18A3-9C70-B54A35B36243}"/>
          </ac:spMkLst>
        </pc:spChg>
        <pc:spChg chg="del">
          <ac:chgData name="Bipin Poudel" userId="c4f7b9cc-201b-43ae-88c5-baa4abfb3bea" providerId="ADAL" clId="{3D547C43-4289-581C-B7C9-13B26BA791E3}" dt="2025-10-21T22:52:35.559" v="2017" actId="478"/>
          <ac:spMkLst>
            <pc:docMk/>
            <pc:sldMk cId="4098604685" sldId="282"/>
            <ac:spMk id="3" creationId="{2E563444-71FC-BC98-3E07-C2CFDBC56842}"/>
          </ac:spMkLst>
        </pc:spChg>
        <pc:picChg chg="add mod">
          <ac:chgData name="Bipin Poudel" userId="c4f7b9cc-201b-43ae-88c5-baa4abfb3bea" providerId="ADAL" clId="{3D547C43-4289-581C-B7C9-13B26BA791E3}" dt="2025-10-21T22:55:05.674" v="2042" actId="14100"/>
          <ac:picMkLst>
            <pc:docMk/>
            <pc:sldMk cId="4098604685" sldId="282"/>
            <ac:picMk id="2" creationId="{0B5C81B4-9A03-76FE-8CA7-44A7E60B66B0}"/>
          </ac:picMkLst>
        </pc:picChg>
        <pc:picChg chg="add mod">
          <ac:chgData name="Bipin Poudel" userId="c4f7b9cc-201b-43ae-88c5-baa4abfb3bea" providerId="ADAL" clId="{3D547C43-4289-581C-B7C9-13B26BA791E3}" dt="2025-10-21T22:54:19.423" v="2025" actId="14100"/>
          <ac:picMkLst>
            <pc:docMk/>
            <pc:sldMk cId="4098604685" sldId="282"/>
            <ac:picMk id="7" creationId="{78B82F67-ACFB-71D1-E5E9-A6CD75497D2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99AD64-5F3C-C2F0-BE6D-D175A71B48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Two-way ANOVA in 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F884C-5C72-DF1C-73C0-1D0CA8412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09659-B279-C54A-9937-2FC59F7169EC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1FD6D-23A6-1CB3-28D7-C476007151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SC3L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14BB8-5597-2635-618A-6FBB037AD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99F54-A1D5-BE42-944F-868E8961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7829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Two-way ANOVA in 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EADB2-2AF9-FF47-BCC4-046B01B78A68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SC3L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BEC10-5D72-5746-8300-C4CE973C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6812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A1D1-060E-C007-9647-C49B85834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30468-C5D8-887C-55AD-CD9CA199C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CD9CB-40B2-EEB7-30C3-E7D0298F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FCF9-C219-2549-8C05-725CDDE0929E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17E24-3C5F-F5BB-E7AA-D0C017C1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4AA40-B67D-FDAD-834C-916518BB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7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861C-BD6F-4478-D01A-281DD2DB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F102-2600-03AF-7F5F-712D046B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6D67B-CEF3-0B63-F783-7ABAACD2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C089F-7604-B188-DCB9-365F14DE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48317-9EC3-FA6F-4442-724F01D8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87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3118-B4E1-CC8A-4CC8-1033B897C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142D1-FBFD-9FFF-8BEC-5CB21012F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1F8D-3C24-21C2-4B03-231573968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6C712-21BC-1E4F-BB98-264B293733D2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F48FF-79F5-B5F4-356C-9DF50DE1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3E9B-36DA-FD9A-C6A4-CE8264E5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3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ABB6C-8432-4144-74F3-C67D8505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0D1BA-24F7-8C8E-E139-4D9FFE6C0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E8980-DE1F-9F55-43DF-DEF05F8CE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F1100-F4F9-55E3-9C82-A6FCA1AD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A2F2-0448-2746-BC9D-FEF18A6886C6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E2799-BE90-3171-2B47-705811AA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4C326-B108-9B30-651A-AF4A5692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1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6EA0-99FB-78EE-BF2E-7F0CD56E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439DA-6F49-E37B-5084-7FD5614C0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A2924-AB06-8992-C750-A0CE40F8D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46E80-54E5-3E17-8C73-2EE6837A7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6E5C98-EC91-5172-03DC-F099F8FC6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DC650-952B-FADE-3123-5C785744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ACDE-B482-C148-A9B0-AB94FB762E07}" type="datetime1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10AB9-18AF-A3E6-780A-195783A8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AAD63-02A9-B384-2F23-990BAADF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9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9C4D-F671-D1C4-03BB-0BB841A2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6B4163-6935-2634-1F42-7B11BF6D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7C15F-3F1B-D04C-A95F-FB0806751EDF}" type="datetime1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73388-B9A4-2AB5-8434-0A3EC426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673EC-B6EE-CB36-E467-2BB830E8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4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58AC8-3858-45D9-C383-2562DD88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7467-617D-FF40-8D15-D5DED95E3F0C}" type="datetime1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6CA55-FF60-8F36-9BD5-664773F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ACFDE-3255-D7B6-F8D5-4085E48E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7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CDAE-3D1A-9CB9-2E8A-2E667D61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B8848-9D1A-EDF5-D42C-F786501C8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4E156-B67E-3230-C8E4-3664FBF10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0894B-0265-5B87-8BC0-74566A38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DC59-F138-DE43-A0D2-8C3132C724A0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1B930-D469-BF51-B35C-F194B6AE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C11C9-7589-1A84-FF31-345D38EF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1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A3B0-0C1D-282D-DE7B-2E48FA002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55F05-89A0-4A0B-F088-1A6CD327B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BA8BF-E559-C3E9-6D17-DD371C56A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B27F7-B7F9-1889-CA54-E7B47925C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C409-0E67-AF4F-8C47-CE5749ABAF80}" type="datetime1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9436C-097E-B9F5-8D0D-13686C4F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69FBE-063A-F3F0-0794-5EB3760C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2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A11D7-1EF2-560A-396F-DC0A08C0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74D60-FA15-AE69-E673-1431F31C3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4C840-F2AC-D866-8D34-62E6CD50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0EE27-57D4-2047-9E84-07A19A996BD9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40818-92B1-A1B8-0093-530BAFDC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80138-3957-CC25-C3FE-F1BDF15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5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1848B-919A-10D6-3EA0-341CEBC47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7E58F-744D-0E87-9D55-AB1DBDF4F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CCC1D-F1AC-5EF1-6D37-BF89F7F9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F57C0-8DE3-0A48-AF14-7A0EC6165B80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CAE45-27E3-91C3-0B55-C61F1AA7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0FBDE-C34A-80EA-8A8B-65065527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6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CF181-98B0-160E-416D-FF62B6AE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84A0A-A9F5-6D52-5F8E-57280F24C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A42C-5B5A-C2C0-E463-CF6509197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838E5-ADDE-824B-A725-B16436763BD2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9DFA3-7761-5447-71E1-EA06CC1E7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5DFEA-5E54-09FA-D6AC-03CD5816B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F6F2B-F40B-D64A-A127-F770D72B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istics.unl.edu/sc3lhelp-desk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6B1E-9359-2892-BD03-BBD32E568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Two-way ANOVA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63151-64B6-B52D-EA45-B35325BFC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Presenter: </a:t>
            </a:r>
          </a:p>
          <a:p>
            <a:r>
              <a:rPr lang="en-US" sz="2000" dirty="0"/>
              <a:t>Bipin Poudel</a:t>
            </a:r>
          </a:p>
          <a:p>
            <a:r>
              <a:rPr lang="en-US" sz="2000" dirty="0"/>
              <a:t>SC3L Consultant</a:t>
            </a:r>
          </a:p>
          <a:p>
            <a:r>
              <a:rPr lang="en-US" sz="2000" dirty="0"/>
              <a:t>Department of Statistics</a:t>
            </a:r>
          </a:p>
          <a:p>
            <a:r>
              <a:rPr lang="en-US" sz="2000" dirty="0"/>
              <a:t>University of Nebraska-Lincoln</a:t>
            </a:r>
          </a:p>
        </p:txBody>
      </p:sp>
    </p:spTree>
    <p:extLst>
      <p:ext uri="{BB962C8B-B14F-4D97-AF65-F5344CB8AC3E}">
        <p14:creationId xmlns:p14="http://schemas.microsoft.com/office/powerpoint/2010/main" val="246000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CB0C3-2464-4E94-75D4-3CF5EB79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5213D-131B-8790-BB2E-7A4748FB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E2D9B-0D0D-C3F7-AD3A-0AE86D07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82F67-ACFB-71D1-E5E9-A6CD75497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1" y="136525"/>
            <a:ext cx="1953758" cy="13836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5C81B4-9A03-76FE-8CA7-44A7E60B6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409" y="136525"/>
            <a:ext cx="6050526" cy="61271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6E6621-8458-18A3-9C70-B54A35B36243}"/>
              </a:ext>
            </a:extLst>
          </p:cNvPr>
          <p:cNvSpPr txBox="1"/>
          <p:nvPr/>
        </p:nvSpPr>
        <p:spPr>
          <a:xfrm>
            <a:off x="8261236" y="5678865"/>
            <a:ext cx="3712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More at: </a:t>
            </a:r>
            <a:r>
              <a:rPr lang="en-US" sz="1600" dirty="0">
                <a:hlinkClick r:id="rId4"/>
              </a:rPr>
              <a:t>https://statistics.unl.edu/sc3lhelp-desk/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60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B2934-6A09-B4B8-219E-25CFF86A9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/>
          </a:bodyPr>
          <a:lstStyle/>
          <a:p>
            <a:pPr marL="0" marR="0">
              <a:buNone/>
            </a:pPr>
            <a:r>
              <a:rPr lang="en-US" sz="3200" b="1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Workshop Duration: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b="1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 minutes</a:t>
            </a:r>
          </a:p>
          <a:p>
            <a:pPr marL="0" marR="0">
              <a:buNone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3200" b="1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Workshop Objectives: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 end of this workshop, participants will be able to: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 the principles of Two-Way ANOVA.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when to use Two-Way ANOVA.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 main effects and interaction effects.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 a Two-Way ANOVA in R.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 means and their standard errors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 mean comparisons.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 the results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37C76-239C-FB89-E1A3-3E10DB20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D29E46-091C-E875-127D-4A129E0B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35A0153-FBB3-1DBE-DF34-B086E251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E5A92-1445-DF4C-9A3B-D804EB3D396A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8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6D2E-5BF3-B715-EADB-9CE8E082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0A39-E7CA-0F9F-294B-AEF0C2DC3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2400" b="1" dirty="0"/>
              <a:t>What is ANOVA?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Known as Analysis of Variance</a:t>
            </a:r>
          </a:p>
          <a:p>
            <a:pPr lvl="1"/>
            <a:r>
              <a:rPr lang="en-US" sz="2000" dirty="0"/>
              <a:t>Comparison of means across multiple groups.</a:t>
            </a:r>
          </a:p>
          <a:p>
            <a:pPr lvl="1"/>
            <a:r>
              <a:rPr lang="en-US" sz="2000" dirty="0"/>
              <a:t>Extends the idea of t-test to more than two groups.</a:t>
            </a:r>
          </a:p>
          <a:p>
            <a:pPr lvl="0"/>
            <a:r>
              <a:rPr lang="en-US" sz="2400" b="1" dirty="0"/>
              <a:t>Why Two-Way ANOVA?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Analyzing the effect of two independent variables on a continuous dependent variable.</a:t>
            </a:r>
          </a:p>
          <a:p>
            <a:pPr lvl="1"/>
            <a:r>
              <a:rPr lang="en-US" sz="2000" dirty="0"/>
              <a:t>Example: Studying the effect of </a:t>
            </a:r>
            <a:r>
              <a:rPr lang="en-US" sz="2000" b="1" dirty="0"/>
              <a:t>Diet (A, B, C)</a:t>
            </a:r>
            <a:r>
              <a:rPr lang="en-US" sz="2000" dirty="0"/>
              <a:t> and </a:t>
            </a:r>
            <a:r>
              <a:rPr lang="en-US" sz="2000" b="1" dirty="0"/>
              <a:t>Exercise Level (Low, Medium, High)</a:t>
            </a:r>
            <a:r>
              <a:rPr lang="en-US" sz="2000" dirty="0"/>
              <a:t> on </a:t>
            </a:r>
            <a:r>
              <a:rPr lang="en-US" sz="2000" b="1" dirty="0"/>
              <a:t>Weight Loss</a:t>
            </a:r>
            <a:r>
              <a:rPr lang="en-US" sz="2000" dirty="0"/>
              <a:t>.</a:t>
            </a:r>
          </a:p>
          <a:p>
            <a:r>
              <a:rPr lang="en-US" sz="2600" dirty="0"/>
              <a:t>Questions:</a:t>
            </a:r>
          </a:p>
          <a:p>
            <a:pPr lvl="2"/>
            <a:r>
              <a:rPr lang="en-US" sz="1900" dirty="0"/>
              <a:t>What are the independent factors in the above example?</a:t>
            </a:r>
          </a:p>
          <a:p>
            <a:pPr lvl="2"/>
            <a:r>
              <a:rPr lang="en-US" sz="1900" dirty="0"/>
              <a:t>Are they categorical or continuous?</a:t>
            </a:r>
          </a:p>
          <a:p>
            <a:pPr lvl="2"/>
            <a:r>
              <a:rPr lang="en-US" sz="1900" dirty="0"/>
              <a:t>How many levels?</a:t>
            </a:r>
          </a:p>
          <a:p>
            <a:pPr lvl="2"/>
            <a:r>
              <a:rPr lang="en-US" sz="1900" dirty="0"/>
              <a:t>What is the response of interest?</a:t>
            </a:r>
          </a:p>
          <a:p>
            <a:pPr lvl="2"/>
            <a:r>
              <a:rPr lang="en-US" sz="1900" dirty="0"/>
              <a:t>Over which factor do the experimenter has control? </a:t>
            </a:r>
          </a:p>
          <a:p>
            <a:pPr marL="457200" lvl="1" indent="0">
              <a:buNone/>
            </a:pPr>
            <a:endParaRPr lang="en-US" sz="2000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A79A0-4A9B-2B32-EC20-EA09A732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C5DA16-6FAB-C81D-9398-19BBADB8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E6F5997-1F89-8EE6-DA9A-A0500B56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D2C-6B6C-3E4B-B291-66A832067DE8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49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F6A-257D-651B-961B-A8A9A40B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3DC1-6E2E-860A-F0F1-AC664B619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Normality of residuals.</a:t>
            </a:r>
          </a:p>
          <a:p>
            <a:pPr lvl="1"/>
            <a:r>
              <a:rPr lang="en-US" dirty="0"/>
              <a:t>Homogeneity of variance.</a:t>
            </a:r>
          </a:p>
          <a:p>
            <a:pPr lvl="1"/>
            <a:r>
              <a:rPr lang="en-US" dirty="0"/>
              <a:t>Independence of observations.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B4AF3-6206-623C-6C7A-A4FC6929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2E877E-FCF6-B327-909C-71A7D0D7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FED8DE-E15E-381D-B940-8BD05641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AA20-6CC8-6B4F-B4A8-2FCCB393C715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4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B96B-EA98-C08F-339C-D5987F05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285"/>
          </a:xfrm>
        </p:spPr>
        <p:txBody>
          <a:bodyPr>
            <a:normAutofit fontScale="90000"/>
          </a:bodyPr>
          <a:lstStyle/>
          <a:p>
            <a:r>
              <a:rPr lang="en-US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5C4CA-388E-7B69-219E-6D3583A18D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94410"/>
                <a:ext cx="10515600" cy="518255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3400" dirty="0"/>
                  <a:t>The general linear model for a </a:t>
                </a:r>
                <a:r>
                  <a:rPr lang="en-US" sz="3400" b="1" dirty="0"/>
                  <a:t>Two-Way ANOVA</a:t>
                </a:r>
                <a:r>
                  <a:rPr lang="en-US" sz="3400" dirty="0"/>
                  <a:t> with interaction is: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marR="0">
                  <a:buNone/>
                </a:pPr>
                <a:r>
                  <a:rPr lang="en-US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  <a:endParaRPr lang="en-US" sz="32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𝑖𝑗𝑘</m:t>
                        </m:r>
                      </m:sub>
                    </m:sSub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𝑟𝑒𝑠𝑝𝑜𝑛𝑠𝑒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𝑓𝑜𝑟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𝑡h𝑒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𝑟𝑒𝑝𝑙𝑖𝑐𝑎𝑡𝑒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𝑖𝑛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𝑡h𝑒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𝑙𝑒𝑣𝑒𝑙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𝑓𝑎𝑐𝑡𝑜𝑟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𝑙𝑒𝑣𝑒𝑙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𝑓𝑎𝑐𝑡𝑜𝑟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endParaRPr lang="en-US" sz="32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𝑜𝑣𝑒𝑟𝑎𝑙𝑙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endParaRPr lang="en-US" sz="32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𝑒𝑓𝑓𝑒𝑐𝑡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𝑙𝑒𝑣𝑒𝑙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𝑓𝑎𝑐𝑡𝑜𝑟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sz="32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𝑒𝑓𝑓𝑒𝑐𝑡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𝑙𝑒𝑣𝑒𝑙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𝑓𝑎𝑐𝑡𝑜𝑟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32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𝑖𝑛𝑡𝑒𝑟𝑎𝑐𝑡𝑖𝑜𝑛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𝑒𝑓𝑓𝑒𝑐𝑡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𝑏𝑒𝑡𝑤𝑒𝑒𝑛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𝑙𝑒𝑣𝑒𝑙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𝑓𝑎𝑐𝑡𝑜𝑟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𝑙𝑒𝑣𝑒𝑙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𝑓𝑎𝑐𝑡𝑜𝑟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endParaRPr lang="en-US" sz="32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𝑖𝑗𝑘</m:t>
                        </m:r>
                      </m:sub>
                    </m:sSub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𝑟𝑎𝑛𝑑𝑜𝑚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𝑒𝑟𝑟𝑜𝑟</m:t>
                    </m:r>
                  </m:oMath>
                </a14:m>
                <a:endParaRPr lang="en-US" sz="32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r>
                  <a:rPr lang="en-US" sz="28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32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r>
                  <a:rPr lang="en-US" sz="28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Model Assumption:</a:t>
                </a:r>
                <a:endParaRPr lang="en-US" sz="32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28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sz="28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𝑖𝑖𝑑</m:t>
                      </m:r>
                      <m:r>
                        <a:rPr lang="en-US" sz="28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0, </m:t>
                          </m:r>
                          <m:sSup>
                            <m:sSupPr>
                              <m:ctrlPr>
                                <a:rPr lang="en-US" sz="28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5C4CA-388E-7B69-219E-6D3583A18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94410"/>
                <a:ext cx="10515600" cy="5182553"/>
              </a:xfrm>
              <a:blipFill>
                <a:blip r:embed="rId2"/>
                <a:stretch>
                  <a:fillRect l="-844" t="-2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872F0-3E32-D9AB-A825-D73CFC2E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E6535E-9B98-3669-3431-8580647D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ABC7A91-B552-2A23-4F3D-727B3FAD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C7C3F-F25D-5743-A873-11A3C1166E27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3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CBA3-ABD4-0161-4207-BC925553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Sum of Squares</a:t>
            </a:r>
          </a:p>
        </p:txBody>
      </p:sp>
      <p:pic>
        <p:nvPicPr>
          <p:cNvPr id="4" name="Content Placeholder 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927AEED7-D9A9-5BF0-3D3F-F5E947B43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6501"/>
            <a:ext cx="7780020" cy="2834581"/>
          </a:xfrm>
          <a:prstGeom prst="rect">
            <a:avLst/>
          </a:prstGeom>
        </p:spPr>
      </p:pic>
      <p:pic>
        <p:nvPicPr>
          <p:cNvPr id="5" name="Picture 4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C5DD01E0-BFA8-73A0-A0C2-B3D9D9846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" y="4127817"/>
            <a:ext cx="7010400" cy="244989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E06809-D6E7-6554-C7A1-514CA8F3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03ACED6-9FD9-CC0C-DE01-33870426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8D162EC-7979-EA8D-AC1E-6DBC64DB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968F-5E9D-0C4F-ABA3-712463CDC0AC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7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4CBA-1DC1-B48D-8A9A-EA63B966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Sum of Squares (…</a:t>
            </a:r>
            <a:r>
              <a:rPr lang="en-US" dirty="0" err="1"/>
              <a:t>contd</a:t>
            </a:r>
            <a:r>
              <a:rPr lang="en-US" dirty="0"/>
              <a:t>)</a:t>
            </a:r>
          </a:p>
        </p:txBody>
      </p:sp>
      <p:pic>
        <p:nvPicPr>
          <p:cNvPr id="4" name="Content Placeholder 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E284889A-E08C-DA31-9FCD-C6E9D2098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630" y="1500664"/>
            <a:ext cx="7345680" cy="2352160"/>
          </a:xfrm>
          <a:prstGeom prst="rect">
            <a:avLst/>
          </a:prstGeom>
        </p:spPr>
      </p:pic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C9A06F98-778A-2802-8EA1-D39FB6FD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" y="4145718"/>
            <a:ext cx="6864724" cy="194647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EFE469-275A-11B3-F75E-E1DF1690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F321C-D785-C712-4823-E3C85A75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B2D83F-86F2-45E4-05A9-05E890A4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651A-EC40-944C-BD4D-3F21E0A65A53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8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A11A-F2C0-812A-D031-E96C1EAE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Sum of Squares (…</a:t>
            </a:r>
            <a:r>
              <a:rPr lang="en-US" dirty="0" err="1"/>
              <a:t>contd</a:t>
            </a:r>
            <a:r>
              <a:rPr lang="en-US" dirty="0"/>
              <a:t>)</a:t>
            </a:r>
          </a:p>
        </p:txBody>
      </p:sp>
      <p:pic>
        <p:nvPicPr>
          <p:cNvPr id="4" name="Content Placeholder 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44830350-4DA9-D698-9311-D0717E1C2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792764"/>
            <a:ext cx="7311535" cy="232203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11ABB-ADAB-5A8C-5FDD-B8F334B8E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C0ADA-76AF-EAD0-051C-3C618250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AE8C3DD-B786-C11F-D6AB-ECF0DFF1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D4D1-80CC-4F48-9639-B236175713E2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02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B1A0-2416-A3F1-1AEB-19D98D0B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Table</a:t>
            </a:r>
          </a:p>
        </p:txBody>
      </p:sp>
      <p:pic>
        <p:nvPicPr>
          <p:cNvPr id="4" name="Content Placeholder 3" descr="A table with mathematical equations&#10;&#10;AI-generated content may be incorrect.">
            <a:extLst>
              <a:ext uri="{FF2B5EF4-FFF2-40B4-BE49-F238E27FC236}">
                <a16:creationId xmlns:a16="http://schemas.microsoft.com/office/drawing/2014/main" id="{856344C7-B3EC-704E-3A14-17BC4EDA2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330" y="1407954"/>
            <a:ext cx="8763000" cy="350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4CAC3F-5D1C-7157-0320-56DA85E0605B}"/>
                  </a:ext>
                </a:extLst>
              </p:cNvPr>
              <p:cNvSpPr txBox="1"/>
              <p:nvPr/>
            </p:nvSpPr>
            <p:spPr>
              <a:xfrm>
                <a:off x="648653" y="5084604"/>
                <a:ext cx="5100637" cy="1508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US" sz="20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For each source</a:t>
                </a:r>
                <a:r>
                  <a:rPr lang="en-US" sz="2000" b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𝑹𝒆𝒋𝒆𝒄𝒕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𝒊𝒇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&gt;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𝑤h𝑒𝑟𝑒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𝑛𝑢𝑚𝑒𝑟𝑎𝑡𝑜𝑟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𝑑𝑒𝑔𝑟𝑒𝑒𝑠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𝑓𝑟𝑒𝑒𝑑𝑜𝑚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𝑑𝑒𝑛𝑜𝑚𝑖𝑛𝑎𝑡𝑜𝑟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𝑑𝑒𝑔𝑟𝑒𝑒𝑠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𝑓𝑟𝑒𝑒𝑑𝑜𝑚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𝑙𝑒𝑣𝑒𝑙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𝑠𝑖𝑔𝑛𝑖𝑓𝑖𝑐𝑎𝑛𝑐𝑒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4CAC3F-5D1C-7157-0320-56DA85E06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3" y="5084604"/>
                <a:ext cx="5100637" cy="1508105"/>
              </a:xfrm>
              <a:prstGeom prst="rect">
                <a:avLst/>
              </a:prstGeom>
              <a:blipFill>
                <a:blip r:embed="rId3"/>
                <a:stretch>
                  <a:fillRect l="-993" t="-1681" r="-248" b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0A26778-B8E8-5CDA-92FC-2877F46F0AB3}"/>
              </a:ext>
            </a:extLst>
          </p:cNvPr>
          <p:cNvSpPr txBox="1"/>
          <p:nvPr/>
        </p:nvSpPr>
        <p:spPr>
          <a:xfrm>
            <a:off x="6094096" y="5084603"/>
            <a:ext cx="60979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Alternatively, if the p-value associated with a factor/source is less than ⍺, then conclude statistical significance.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C405408-5596-2D69-C32C-0FBE31AA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10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70DC9C-A5D8-8AEE-D114-CEB00071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91581E0-989E-A4BD-F7B0-74AD40D7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4978-24E5-874D-9303-D03DF2C8053E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62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2B3C-663F-2E89-B7BF-79B588EA9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effects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B53DD-5240-ECDD-13E9-92CAFB492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436D5-5E84-7AD2-A422-B373051D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C0701-03A3-15D1-6515-D601BEE9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11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739DDB4-33C9-41C5-7979-0A03ECCDB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ptos" panose="020B0004020202020204" pitchFamily="34" charset="0"/>
              </a:rPr>
              <a:t>A main effect is the overall significance of one factor on the response variable, averaging over the levels of other factors.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ptos" panose="020B0004020202020204" pitchFamily="34" charset="0"/>
              </a:rPr>
              <a:t>Example: </a:t>
            </a:r>
            <a:br>
              <a:rPr lang="en-US" altLang="en-US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Aptos" panose="020B0004020202020204" pitchFamily="34" charset="0"/>
              </a:rPr>
              <a:t>If Factor A increases yield regardless of Factor B, then Factor A has a main effect.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ptos" panose="020B0004020202020204" pitchFamily="34" charset="0"/>
              </a:rPr>
              <a:t>Visual Clue: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Aptos" panose="020B0004020202020204" pitchFamily="34" charset="0"/>
              </a:rPr>
              <a:t>In an interaction plot, main effects appear as vertically separated but roughly parallel lines.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48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EEA8-3779-CCA2-A70B-BE57F71E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7EBD8-3CCD-61B0-1580-F0E8154CF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An interaction effect occurs when the effect of one factor depends on the level of another factor.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a treatment increases yield at one location but decreases it at another, there’s an interaction between Factor A and Factor B.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Visual Clue:</a:t>
            </a:r>
          </a:p>
          <a:p>
            <a:pPr marL="0" indent="0">
              <a:buNone/>
            </a:pPr>
            <a:r>
              <a:rPr lang="en-US" dirty="0"/>
              <a:t>In an interaction plot, non-parallel or Crossing lines indicate an interaction.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32065-B62E-B65A-32DB-9A132119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F98B1-BE3F-6A1F-50FA-5290378F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6B364-DDEC-25DE-C533-CAAE3471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6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3D2F-7CEC-80B3-5C24-55B7E27F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effects and Interaction effect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1207-BFB5-0EA8-D272-662697CE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9ED075-C0E4-EC31-09E2-078BDB3D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A981FF1-B019-0D03-18B6-F15BE132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B5C3C-D505-B54A-86FD-6FDF729DBC3A}" type="datetime1">
              <a:rPr lang="en-US" smtClean="0"/>
              <a:t>10/21/25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33210A-573A-0B15-8AEA-692266A68A4B}"/>
              </a:ext>
            </a:extLst>
          </p:cNvPr>
          <p:cNvSpPr txBox="1"/>
          <p:nvPr/>
        </p:nvSpPr>
        <p:spPr>
          <a:xfrm>
            <a:off x="692727" y="5819775"/>
            <a:ext cx="3546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Fig.1: No significant interaction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148D80-2977-F0AF-91F2-8323A221EE1F}"/>
              </a:ext>
            </a:extLst>
          </p:cNvPr>
          <p:cNvSpPr txBox="1"/>
          <p:nvPr/>
        </p:nvSpPr>
        <p:spPr>
          <a:xfrm>
            <a:off x="6837218" y="5798499"/>
            <a:ext cx="3546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Fig.2: Significant interaction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E93F0A-9A9A-E45E-F305-DEBA5EADC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60" y="2190824"/>
            <a:ext cx="5038280" cy="3419156"/>
          </a:xfrm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791B1D4-9539-66FD-5D17-8C3123C59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6529" y="2190824"/>
            <a:ext cx="4494977" cy="305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7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0801-147F-0DF0-119B-60B8A2BD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in R: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94B73-1997-EB66-20E6-38DD01317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All Categorical Factors: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Study on weight gain of rats fed four diﬀerent diets, where there were two </a:t>
            </a:r>
            <a:r>
              <a:rPr lang="en-US" b="1" dirty="0"/>
              <a:t>levels </a:t>
            </a:r>
            <a:r>
              <a:rPr lang="en-US" dirty="0"/>
              <a:t>of protein </a:t>
            </a:r>
            <a:r>
              <a:rPr lang="en-US" b="1" dirty="0"/>
              <a:t>(high or low) </a:t>
            </a:r>
            <a:r>
              <a:rPr lang="en-US" dirty="0"/>
              <a:t>and two </a:t>
            </a:r>
            <a:r>
              <a:rPr lang="en-US" b="1" dirty="0"/>
              <a:t>sources</a:t>
            </a:r>
            <a:r>
              <a:rPr lang="en-US" dirty="0"/>
              <a:t> of protein </a:t>
            </a:r>
            <a:r>
              <a:rPr lang="en-US" b="1" dirty="0"/>
              <a:t>(beef or cereal)</a:t>
            </a:r>
            <a:r>
              <a:rPr lang="en-US" dirty="0"/>
              <a:t>.</a:t>
            </a:r>
          </a:p>
          <a:p>
            <a:r>
              <a:rPr lang="en-US" dirty="0"/>
              <a:t>This gives </a:t>
            </a:r>
            <a:r>
              <a:rPr lang="en-US" b="1" dirty="0"/>
              <a:t>2 x 2 treatment combinations</a:t>
            </a:r>
            <a:r>
              <a:rPr lang="en-US" dirty="0"/>
              <a:t>: high/beef (HB), high/cereal (HC), low/beef (LB), low/cereal (LC). </a:t>
            </a:r>
          </a:p>
          <a:p>
            <a:r>
              <a:rPr lang="en-US" dirty="0"/>
              <a:t>Ten rats were in each of the four treatment groups.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 program: </a:t>
            </a:r>
            <a:r>
              <a:rPr lang="en-US" dirty="0"/>
              <a:t>2by2Qual.R</a:t>
            </a:r>
          </a:p>
          <a:p>
            <a:pPr marL="0" indent="0">
              <a:buNone/>
            </a:pPr>
            <a:r>
              <a:rPr lang="en-US" b="1" dirty="0"/>
              <a:t>Response of interest: </a:t>
            </a:r>
            <a:r>
              <a:rPr lang="en-US" dirty="0"/>
              <a:t>Weight gain (grams).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A458-F750-C1EB-B744-E3552C34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A56D48-6F27-9898-E222-C349BEB6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83E1292-A8A2-45D8-EED1-67A407EA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3D97-0A23-FB48-AB1E-A3908CD2565D}" type="datetime1">
              <a:rPr lang="en-US" smtClean="0"/>
              <a:t>10/21/25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3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49F7C4-E8D6-0AC1-E100-3A7B46DB9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060" y="610394"/>
            <a:ext cx="7937500" cy="2667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889E4-0E6B-AF7A-3D72-1F60642D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08CE2F-0703-E314-59AD-FC735A00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10BBA62-7A34-1F0A-8E48-D9CFBA1D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285E1-29F4-BE46-B68E-F620D31EF8E4}" type="datetime1">
              <a:rPr lang="en-US" smtClean="0"/>
              <a:t>10/21/25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D785A-AE8F-B02F-FE7E-00681A5CC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" y="3812540"/>
            <a:ext cx="5842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5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F9DC04-929D-3AA3-A674-ECE4BD544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715" y="536575"/>
            <a:ext cx="7676885" cy="52442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C8BCE-6704-5185-BAE3-CDB79C089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8CCED-A193-AA81-936A-1DE3C2985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2A34-2899-5F7D-E006-74F389B4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16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23F6F-7967-7662-A1AE-8AE55C0B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FFAEF-54AE-0D67-4427-58E6C176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1E1EF-64F2-808E-38EF-83514ADE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848A4B-C2C4-5C71-1BFE-D744DD5F9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32410"/>
            <a:ext cx="7227132" cy="2572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DAF56E-DC9B-6C2D-ADAB-9F473F5BB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3063875"/>
            <a:ext cx="6524337" cy="10957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99A54D-DED0-CF36-4D93-CB20073D0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232" y="2680652"/>
            <a:ext cx="4494968" cy="385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0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F6FA-DEA3-649A-C200-921C9BDD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Means: Marginal Means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CA6531-F148-EF3A-6CBD-927148DD4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61643"/>
            <a:ext cx="7203817" cy="46181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C1C76-5D09-3615-BEA3-23A62118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FC1EC-A4A5-B348-2474-CE7E69D93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C2FF5-726F-655A-E5D2-7F4162C6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04BA9-CD13-CD1F-C58F-5ACF4D30FE0B}"/>
              </a:ext>
            </a:extLst>
          </p:cNvPr>
          <p:cNvSpPr txBox="1"/>
          <p:nvPr/>
        </p:nvSpPr>
        <p:spPr>
          <a:xfrm>
            <a:off x="6332220" y="4480560"/>
            <a:ext cx="5406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</a:t>
            </a:r>
          </a:p>
          <a:p>
            <a:r>
              <a:rPr lang="en-US" dirty="0">
                <a:solidFill>
                  <a:srgbClr val="FF0000"/>
                </a:solidFill>
              </a:rPr>
              <a:t>- Marginal Means are only shown for completeness. </a:t>
            </a:r>
          </a:p>
          <a:p>
            <a:r>
              <a:rPr lang="en-US" dirty="0">
                <a:solidFill>
                  <a:srgbClr val="FF0000"/>
                </a:solidFill>
              </a:rPr>
              <a:t>- These are </a:t>
            </a:r>
            <a:r>
              <a:rPr lang="en-US" u="sng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recommended to report for this example. </a:t>
            </a:r>
          </a:p>
        </p:txBody>
      </p:sp>
    </p:spTree>
    <p:extLst>
      <p:ext uri="{BB962C8B-B14F-4D97-AF65-F5344CB8AC3E}">
        <p14:creationId xmlns:p14="http://schemas.microsoft.com/office/powerpoint/2010/main" val="198954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B2D9-022B-A6E4-28E2-CCA1CCE0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Means: Cell Means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B17AFF-B55D-B85F-F063-3B44E5195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3524"/>
            <a:ext cx="5162550" cy="20238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580E6-05B9-755A-CFB6-F7588365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8FAB5-3928-1410-08C1-0949CE6C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9E0AC-18C3-8B3B-9187-6253BD93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50141-50AC-D279-A804-B23965EF5B6B}"/>
              </a:ext>
            </a:extLst>
          </p:cNvPr>
          <p:cNvSpPr txBox="1"/>
          <p:nvPr/>
        </p:nvSpPr>
        <p:spPr>
          <a:xfrm>
            <a:off x="838200" y="3899532"/>
            <a:ext cx="5406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</a:t>
            </a:r>
          </a:p>
          <a:p>
            <a:r>
              <a:rPr lang="en-US" dirty="0">
                <a:solidFill>
                  <a:srgbClr val="FF0000"/>
                </a:solidFill>
              </a:rPr>
              <a:t>- These are the correct means to be reported for this example. </a:t>
            </a:r>
          </a:p>
        </p:txBody>
      </p:sp>
    </p:spTree>
    <p:extLst>
      <p:ext uri="{BB962C8B-B14F-4D97-AF65-F5344CB8AC3E}">
        <p14:creationId xmlns:p14="http://schemas.microsoft.com/office/powerpoint/2010/main" val="210608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A743F-9510-A953-BD1D-FCA7B0B4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B1ED92-08A2-70DD-F7A0-EE06834F8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02369"/>
            <a:ext cx="6781800" cy="38940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0CF6A-A9FF-EF77-42F3-2C164FD3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815DD-8B81-EF1F-ACC3-6C9099A4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7B626-5F2C-9DCA-C20D-D893E205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37A2F-A35D-01B4-F6C7-FC11C58D734F}"/>
              </a:ext>
            </a:extLst>
          </p:cNvPr>
          <p:cNvSpPr txBox="1"/>
          <p:nvPr/>
        </p:nvSpPr>
        <p:spPr>
          <a:xfrm>
            <a:off x="6332220" y="4480560"/>
            <a:ext cx="5406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</a:t>
            </a:r>
          </a:p>
          <a:p>
            <a:r>
              <a:rPr lang="en-US" dirty="0">
                <a:solidFill>
                  <a:srgbClr val="FF0000"/>
                </a:solidFill>
              </a:rPr>
              <a:t>- Only shown for completeness. </a:t>
            </a:r>
          </a:p>
          <a:p>
            <a:r>
              <a:rPr lang="en-US" dirty="0">
                <a:solidFill>
                  <a:srgbClr val="FF0000"/>
                </a:solidFill>
              </a:rPr>
              <a:t>- These are </a:t>
            </a:r>
            <a:r>
              <a:rPr lang="en-US" u="sng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recommended to report for this example. </a:t>
            </a:r>
          </a:p>
        </p:txBody>
      </p:sp>
    </p:spTree>
    <p:extLst>
      <p:ext uri="{BB962C8B-B14F-4D97-AF65-F5344CB8AC3E}">
        <p14:creationId xmlns:p14="http://schemas.microsoft.com/office/powerpoint/2010/main" val="354205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16F9-E27A-9BF7-2500-2BBA8866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(…</a:t>
            </a:r>
            <a:r>
              <a:rPr lang="en-US" dirty="0" err="1"/>
              <a:t>contd</a:t>
            </a:r>
            <a:r>
              <a:rPr lang="en-US" dirty="0"/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76A7BA-1B89-B534-7244-0EF3F07DF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800" y="1507014"/>
            <a:ext cx="7670800" cy="4165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30F9A-D996-E580-39B5-E66174CF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7AB7C-88F4-5215-A1E8-46306CB3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48CA7-D433-B571-5AE7-D08527BB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E8272-3199-A8A1-D5C0-614751D9F9FD}"/>
              </a:ext>
            </a:extLst>
          </p:cNvPr>
          <p:cNvSpPr txBox="1"/>
          <p:nvPr/>
        </p:nvSpPr>
        <p:spPr>
          <a:xfrm>
            <a:off x="6785610" y="4472285"/>
            <a:ext cx="5406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</a:t>
            </a:r>
          </a:p>
          <a:p>
            <a:r>
              <a:rPr lang="en-US" dirty="0">
                <a:solidFill>
                  <a:srgbClr val="FF0000"/>
                </a:solidFill>
              </a:rPr>
              <a:t>- Only shown for completeness. </a:t>
            </a:r>
          </a:p>
          <a:p>
            <a:r>
              <a:rPr lang="en-US" dirty="0">
                <a:solidFill>
                  <a:srgbClr val="FF0000"/>
                </a:solidFill>
              </a:rPr>
              <a:t>- These are </a:t>
            </a:r>
            <a:r>
              <a:rPr lang="en-US" u="sng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recommended to report for this example. </a:t>
            </a:r>
          </a:p>
        </p:txBody>
      </p:sp>
    </p:spTree>
    <p:extLst>
      <p:ext uri="{BB962C8B-B14F-4D97-AF65-F5344CB8AC3E}">
        <p14:creationId xmlns:p14="http://schemas.microsoft.com/office/powerpoint/2010/main" val="14163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4FCB-BE95-F79D-F386-51083003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Comparisons (…</a:t>
            </a:r>
            <a:r>
              <a:rPr lang="en-US" dirty="0" err="1"/>
              <a:t>contd</a:t>
            </a:r>
            <a:r>
              <a:rPr lang="en-US" dirty="0"/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168217-37C4-2B0D-8CA3-9339D8CED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9786"/>
            <a:ext cx="8355017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38A4-3564-8503-1F43-FBD3E90D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21440-A2E8-34A7-6FD8-5665BA0AC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7ED1E-738B-76E1-F905-0AF71DF0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76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F8E00-629F-F0FB-021E-E8675831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16228-6E51-EB6C-AE93-266D77B1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43405-5DF0-85C3-57DC-7868018C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64A9E5-4FAF-DA60-CBE6-A61DF5152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7772400" cy="530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8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B373F2-E148-AAF0-785B-0E0C67C2B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210" y="1870392"/>
            <a:ext cx="9880600" cy="3479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03A37-87C6-F873-15DD-BCB8314F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27494-6454-8549-D87D-B35D0624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81CA8-D12A-9621-E3C1-3B53B293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F456D5-51C8-9A0A-9F80-E790805D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Pairwise Comparisons with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1012915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3145-6D66-031B-C5F9-C1B69AE1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D013-FAC2-4186-2404-12FBBCB3C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ANOVA </a:t>
            </a:r>
          </a:p>
          <a:p>
            <a:r>
              <a:rPr lang="en-US" dirty="0"/>
              <a:t>Interpreting ANOVA table</a:t>
            </a:r>
          </a:p>
          <a:p>
            <a:r>
              <a:rPr lang="en-US" dirty="0"/>
              <a:t>Main effects and Interactions effect</a:t>
            </a:r>
          </a:p>
          <a:p>
            <a:r>
              <a:rPr lang="en-US" dirty="0"/>
              <a:t>Interaction Plot</a:t>
            </a:r>
          </a:p>
          <a:p>
            <a:r>
              <a:rPr lang="en-US" dirty="0"/>
              <a:t>Estimated means, their differences and confidence intervals.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AF537-F4A1-19CD-F75F-DA188940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22F43-94B6-9042-620D-6EE5EAF3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8408D-554A-D253-A7F8-B40016D1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21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F6FA8-F827-1463-9285-731841095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990" y="1985645"/>
            <a:ext cx="6602730" cy="318071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/>
              <a:t>Thank you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Questions?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9BCDE-6E87-3257-CABC-67DA1D31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4E37-5851-8746-8FAA-6AFC912374A8}" type="datetime1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3C8E3-6D12-BB79-1436-89C049FA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SC3L, University of Nebraska-Lincoln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5B412-78B3-4983-BB48-1CB4C6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6F2B-F40B-D64A-A127-F770D72BD8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2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945</Words>
  <Application>Microsoft Macintosh PowerPoint</Application>
  <PresentationFormat>Widescreen</PresentationFormat>
  <Paragraphs>189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Times New Roman</vt:lpstr>
      <vt:lpstr>Office Theme</vt:lpstr>
      <vt:lpstr>Two-way ANOVA in R</vt:lpstr>
      <vt:lpstr>PowerPoint Presentation</vt:lpstr>
      <vt:lpstr>PowerPoint Presentation</vt:lpstr>
      <vt:lpstr>Introduction</vt:lpstr>
      <vt:lpstr>Assumptions:</vt:lpstr>
      <vt:lpstr>Model</vt:lpstr>
      <vt:lpstr>Various Sum of Squares</vt:lpstr>
      <vt:lpstr>Various Sum of Squares (…contd)</vt:lpstr>
      <vt:lpstr>Various Sum of Squares (…contd)</vt:lpstr>
      <vt:lpstr>ANOVA Table</vt:lpstr>
      <vt:lpstr>Main effects</vt:lpstr>
      <vt:lpstr>Interaction Effect</vt:lpstr>
      <vt:lpstr>Main effects and Interaction effect</vt:lpstr>
      <vt:lpstr>ANOVA in R: Example 1</vt:lpstr>
      <vt:lpstr>PowerPoint Presentation</vt:lpstr>
      <vt:lpstr>PowerPoint Presentation</vt:lpstr>
      <vt:lpstr>PowerPoint Presentation</vt:lpstr>
      <vt:lpstr>Means: Marginal Means</vt:lpstr>
      <vt:lpstr>Means: Cell Means</vt:lpstr>
      <vt:lpstr>Pairwise Comparisons</vt:lpstr>
      <vt:lpstr>Pairwise Comparisons (…contd)</vt:lpstr>
      <vt:lpstr>Pairwise Comparisons (…contd)</vt:lpstr>
      <vt:lpstr>PowerPoint Presentation</vt:lpstr>
      <vt:lpstr>Pairwise Comparisons with Confidence Intervals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Bipin Poudel</dc:creator>
  <cp:lastModifiedBy>Bipin Poudel</cp:lastModifiedBy>
  <cp:revision>1</cp:revision>
  <dcterms:created xsi:type="dcterms:W3CDTF">2025-10-14T23:32:45Z</dcterms:created>
  <dcterms:modified xsi:type="dcterms:W3CDTF">2025-10-21T22:55:17Z</dcterms:modified>
</cp:coreProperties>
</file>